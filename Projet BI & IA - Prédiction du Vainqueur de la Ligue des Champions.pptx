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39dbf7c541a295a07698a3ccbc93f72c1f17e53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556" r="155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533400" y="457200"/>
            <a:ext cx="604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60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 &amp; Intelligence Artificielle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3400" y="723900"/>
            <a:ext cx="603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Projet Data Science Avancé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1023938"/>
            <a:ext cx="2245995" cy="388620"/>
          </a:xfrm>
          <a:custGeom>
            <a:avLst/>
            <a:gdLst/>
            <a:ahLst/>
            <a:cxnLst/>
            <a:rect l="l" t="t" r="r" b="b"/>
            <a:pathLst>
              <a:path w="2245995" h="388620">
                <a:moveTo>
                  <a:pt x="194310" y="0"/>
                </a:moveTo>
                <a:lnTo>
                  <a:pt x="2051685" y="0"/>
                </a:lnTo>
                <a:cubicBezTo>
                  <a:pt x="2158999" y="0"/>
                  <a:pt x="2245995" y="86996"/>
                  <a:pt x="2245995" y="194310"/>
                </a:cubicBezTo>
                <a:lnTo>
                  <a:pt x="2245995" y="194310"/>
                </a:lnTo>
                <a:cubicBezTo>
                  <a:pt x="2245995" y="301624"/>
                  <a:pt x="2158999" y="388620"/>
                  <a:pt x="20516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4832" y="11325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831533" y="1103948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UEFA Champions League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1873567"/>
            <a:ext cx="117729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1F5F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Prédiction du 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3B82F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Vainqueur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3610928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solution complète de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d'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Artificielle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prédire, de manière probabiliste et explicable, l'équipe ayant le plus de chances de remporter la compétition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810" y="5033963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222885" y="0"/>
                </a:moveTo>
                <a:lnTo>
                  <a:pt x="222885" y="0"/>
                </a:lnTo>
                <a:cubicBezTo>
                  <a:pt x="345981" y="0"/>
                  <a:pt x="445770" y="99789"/>
                  <a:pt x="445770" y="222885"/>
                </a:cubicBezTo>
                <a:lnTo>
                  <a:pt x="445770" y="222885"/>
                </a:lnTo>
                <a:cubicBezTo>
                  <a:pt x="445770" y="345981"/>
                  <a:pt x="345981" y="445770"/>
                  <a:pt x="222885" y="445770"/>
                </a:cubicBezTo>
                <a:lnTo>
                  <a:pt x="222885" y="445770"/>
                </a:lnTo>
                <a:cubicBezTo>
                  <a:pt x="99789" y="445770"/>
                  <a:pt x="0" y="345981"/>
                  <a:pt x="0" y="222885"/>
                </a:cubicBezTo>
                <a:lnTo>
                  <a:pt x="0" y="222885"/>
                </a:lnTo>
                <a:cubicBezTo>
                  <a:pt x="0" y="99789"/>
                  <a:pt x="99789" y="0"/>
                  <a:pt x="22288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350" y="51635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5144453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343388" y="5033963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222885" y="0"/>
                </a:moveTo>
                <a:lnTo>
                  <a:pt x="222885" y="0"/>
                </a:lnTo>
                <a:cubicBezTo>
                  <a:pt x="345981" y="0"/>
                  <a:pt x="445770" y="99789"/>
                  <a:pt x="445770" y="222885"/>
                </a:cubicBezTo>
                <a:lnTo>
                  <a:pt x="445770" y="222885"/>
                </a:lnTo>
                <a:cubicBezTo>
                  <a:pt x="445770" y="345981"/>
                  <a:pt x="345981" y="445770"/>
                  <a:pt x="222885" y="445770"/>
                </a:cubicBezTo>
                <a:lnTo>
                  <a:pt x="222885" y="445770"/>
                </a:lnTo>
                <a:cubicBezTo>
                  <a:pt x="99789" y="445770"/>
                  <a:pt x="0" y="345981"/>
                  <a:pt x="0" y="222885"/>
                </a:cubicBezTo>
                <a:lnTo>
                  <a:pt x="0" y="222885"/>
                </a:lnTo>
                <a:cubicBezTo>
                  <a:pt x="0" y="99789"/>
                  <a:pt x="99789" y="0"/>
                  <a:pt x="22288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72928" y="51635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2911078" y="5144453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Avancé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69581" y="5033963"/>
            <a:ext cx="445770" cy="445770"/>
          </a:xfrm>
          <a:custGeom>
            <a:avLst/>
            <a:gdLst/>
            <a:ahLst/>
            <a:cxnLst/>
            <a:rect l="l" t="t" r="r" b="b"/>
            <a:pathLst>
              <a:path w="445770" h="445770">
                <a:moveTo>
                  <a:pt x="222885" y="0"/>
                </a:moveTo>
                <a:lnTo>
                  <a:pt x="222885" y="0"/>
                </a:lnTo>
                <a:cubicBezTo>
                  <a:pt x="345981" y="0"/>
                  <a:pt x="445770" y="99789"/>
                  <a:pt x="445770" y="222885"/>
                </a:cubicBezTo>
                <a:lnTo>
                  <a:pt x="445770" y="222885"/>
                </a:lnTo>
                <a:cubicBezTo>
                  <a:pt x="445770" y="345981"/>
                  <a:pt x="345981" y="445770"/>
                  <a:pt x="222885" y="445770"/>
                </a:cubicBezTo>
                <a:lnTo>
                  <a:pt x="222885" y="445770"/>
                </a:lnTo>
                <a:cubicBezTo>
                  <a:pt x="99789" y="445770"/>
                  <a:pt x="0" y="345981"/>
                  <a:pt x="0" y="222885"/>
                </a:cubicBezTo>
                <a:lnTo>
                  <a:pt x="0" y="222885"/>
                </a:lnTo>
                <a:cubicBezTo>
                  <a:pt x="0" y="99789"/>
                  <a:pt x="99789" y="0"/>
                  <a:pt x="22288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11028" y="516350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4837271" y="5144453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1000" y="58254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381000" y="607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04825" y="6191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6057900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14400" y="6248400"/>
            <a:ext cx="419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319147" y="6076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442972" y="6191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10852547" y="605790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1F5F9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852547" y="62484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Ingénieur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" cy="457200"/>
          </a:xfrm>
          <a:custGeom>
            <a:avLst/>
            <a:gdLst/>
            <a:ahLst/>
            <a:cxnLst/>
            <a:rect l="l" t="t" r="r" b="b"/>
            <a:pathLst>
              <a:path w="38100" h="457200">
                <a:moveTo>
                  <a:pt x="0" y="0"/>
                </a:moveTo>
                <a:lnTo>
                  <a:pt x="38100" y="0"/>
                </a:lnTo>
                <a:lnTo>
                  <a:pt x="381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3400" y="1143000"/>
            <a:ext cx="1136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Parcours complet du projet BI &amp; 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718310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18745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483870" y="187452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6820" y="187452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Idée Principale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221742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central et pipeline data end-to-end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2210" y="1718310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8420" y="18745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B45309"/>
              </a:gs>
            </a:gsLst>
            <a:lin ang="27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6351270" y="187452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94220" y="187452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94220" y="221742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Objectifs principaux et secondaires du projet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810" y="2870835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1020" y="302704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483870" y="302704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26820" y="302704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Étude de l'Existant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6820" y="3369945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Solutions existantes et apport différenciant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2210" y="2870835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8420" y="302704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B45309"/>
              </a:gs>
            </a:gsLst>
            <a:lin ang="27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6351270" y="302704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94220" y="302704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Fonctionnels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94220" y="3369945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Collecte, modélisation et visualisation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810" y="4023360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020" y="41795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483870" y="417957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26820" y="417957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Non Fonctionnels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26820" y="452247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Performance, fiabilité et sécurité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52210" y="4023360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8420" y="41795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B45309"/>
              </a:gs>
            </a:gsLst>
            <a:lin ang="270000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6351270" y="417957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94220" y="4179570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Outils de Développement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94220" y="4522470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technique complète du projet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810" y="5175885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1020" y="53320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483870" y="533209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26820" y="533209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Acteurs du Projet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26820" y="5674995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Utilisateurs, équipe technique et sources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52210" y="5175885"/>
            <a:ext cx="5551170" cy="902970"/>
          </a:xfrm>
          <a:custGeom>
            <a:avLst/>
            <a:gdLst/>
            <a:ahLst/>
            <a:cxnLst/>
            <a:rect l="l" t="t" r="r" b="b"/>
            <a:pathLst>
              <a:path w="5551170" h="902970">
                <a:moveTo>
                  <a:pt x="114298" y="0"/>
                </a:moveTo>
                <a:lnTo>
                  <a:pt x="5436872" y="0"/>
                </a:lnTo>
                <a:cubicBezTo>
                  <a:pt x="5499997" y="0"/>
                  <a:pt x="5551170" y="51173"/>
                  <a:pt x="5551170" y="114298"/>
                </a:cubicBezTo>
                <a:lnTo>
                  <a:pt x="5551170" y="788672"/>
                </a:lnTo>
                <a:cubicBezTo>
                  <a:pt x="5551170" y="851797"/>
                  <a:pt x="5499997" y="902970"/>
                  <a:pt x="5436872" y="902970"/>
                </a:cubicBezTo>
                <a:lnTo>
                  <a:pt x="114298" y="902970"/>
                </a:lnTo>
                <a:cubicBezTo>
                  <a:pt x="51173" y="902970"/>
                  <a:pt x="0" y="851797"/>
                  <a:pt x="0" y="788672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E3A5F">
              <a:alpha val="3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8420" y="53320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B45309"/>
              </a:gs>
            </a:gsLst>
            <a:lin ang="270000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351270" y="533209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94220" y="5332095"/>
            <a:ext cx="464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94220" y="5674995"/>
            <a:ext cx="462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 ajoutée et méthodologie rigoureuse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1025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603885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6267450" y="6362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76250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33400" y="381000"/>
            <a:ext cx="3695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Central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3400" y="571500"/>
            <a:ext cx="3800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Idée Principale du Projet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223010"/>
            <a:ext cx="6170295" cy="2398395"/>
          </a:xfrm>
          <a:custGeom>
            <a:avLst/>
            <a:gdLst/>
            <a:ahLst/>
            <a:cxnLst/>
            <a:rect l="l" t="t" r="r" b="b"/>
            <a:pathLst>
              <a:path w="6170295" h="2398395">
                <a:moveTo>
                  <a:pt x="114308" y="0"/>
                </a:moveTo>
                <a:lnTo>
                  <a:pt x="6055987" y="0"/>
                </a:lnTo>
                <a:cubicBezTo>
                  <a:pt x="6119118" y="0"/>
                  <a:pt x="6170295" y="51177"/>
                  <a:pt x="6170295" y="114308"/>
                </a:cubicBezTo>
                <a:lnTo>
                  <a:pt x="6170295" y="2284087"/>
                </a:lnTo>
                <a:cubicBezTo>
                  <a:pt x="6170295" y="2347176"/>
                  <a:pt x="6119076" y="2398395"/>
                  <a:pt x="6055987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120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1995" y="15316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150620" y="149352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du Projet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1988820"/>
            <a:ext cx="58578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Développer une solution complète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Business Intelligence et d'Intelligence Artificielle capable de prédire, de manière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59E0B"/>
                </a:solidFill>
                <a:highlight>
                  <a:srgbClr val="F59E0B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probabiliste et explicable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l'équipe ayant le plus de chances de remporter la Ligue des Champions.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846070"/>
            <a:ext cx="5857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 projet vise à construire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data end-to-end robuste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reproductible et orienté prise de décision, couvrant l'ensemble du cycle de vie des données.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810" y="3783330"/>
            <a:ext cx="3007995" cy="1074420"/>
          </a:xfrm>
          <a:custGeom>
            <a:avLst/>
            <a:gdLst/>
            <a:ahLst/>
            <a:cxnLst/>
            <a:rect l="l" t="t" r="r" b="b"/>
            <a:pathLst>
              <a:path w="3007995" h="1074420">
                <a:moveTo>
                  <a:pt x="114297" y="0"/>
                </a:moveTo>
                <a:lnTo>
                  <a:pt x="2893698" y="0"/>
                </a:lnTo>
                <a:cubicBezTo>
                  <a:pt x="2956823" y="0"/>
                  <a:pt x="3007995" y="51172"/>
                  <a:pt x="3007995" y="114297"/>
                </a:cubicBezTo>
                <a:lnTo>
                  <a:pt x="3007995" y="960123"/>
                </a:lnTo>
                <a:cubicBezTo>
                  <a:pt x="3007995" y="1023248"/>
                  <a:pt x="2956823" y="1074420"/>
                  <a:pt x="2893698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020" y="397764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55345" y="393954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Artificielle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020" y="4282440"/>
            <a:ext cx="27717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Modèles prédictifs supervisés avec explicabilité avancée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51873" y="3783330"/>
            <a:ext cx="3007995" cy="1074420"/>
          </a:xfrm>
          <a:custGeom>
            <a:avLst/>
            <a:gdLst/>
            <a:ahLst/>
            <a:cxnLst/>
            <a:rect l="l" t="t" r="r" b="b"/>
            <a:pathLst>
              <a:path w="3007995" h="1074420">
                <a:moveTo>
                  <a:pt x="114297" y="0"/>
                </a:moveTo>
                <a:lnTo>
                  <a:pt x="2893698" y="0"/>
                </a:lnTo>
                <a:cubicBezTo>
                  <a:pt x="2956823" y="0"/>
                  <a:pt x="3007995" y="51172"/>
                  <a:pt x="3007995" y="114297"/>
                </a:cubicBezTo>
                <a:lnTo>
                  <a:pt x="3007995" y="960123"/>
                </a:lnTo>
                <a:cubicBezTo>
                  <a:pt x="3007995" y="1023248"/>
                  <a:pt x="2956823" y="1074420"/>
                  <a:pt x="2893698" y="1074420"/>
                </a:cubicBezTo>
                <a:lnTo>
                  <a:pt x="114297" y="1074420"/>
                </a:lnTo>
                <a:cubicBezTo>
                  <a:pt x="51172" y="1074420"/>
                  <a:pt x="0" y="1023248"/>
                  <a:pt x="0" y="96012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1895" y="397764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022408" y="3939540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8083" y="4282440"/>
            <a:ext cx="2771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interactif orienté décision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5017771"/>
            <a:ext cx="6170295" cy="1455420"/>
          </a:xfrm>
          <a:custGeom>
            <a:avLst/>
            <a:gdLst/>
            <a:ahLst/>
            <a:cxnLst/>
            <a:rect l="l" t="t" r="r" b="b"/>
            <a:pathLst>
              <a:path w="6170295" h="1455420">
                <a:moveTo>
                  <a:pt x="114294" y="0"/>
                </a:moveTo>
                <a:lnTo>
                  <a:pt x="6056001" y="0"/>
                </a:lnTo>
                <a:cubicBezTo>
                  <a:pt x="6119124" y="0"/>
                  <a:pt x="6170295" y="51171"/>
                  <a:pt x="6170295" y="114294"/>
                </a:cubicBezTo>
                <a:lnTo>
                  <a:pt x="6170295" y="1341126"/>
                </a:lnTo>
                <a:cubicBezTo>
                  <a:pt x="6170295" y="1404249"/>
                  <a:pt x="6119124" y="1455420"/>
                  <a:pt x="6056001" y="1455420"/>
                </a:cubicBezTo>
                <a:lnTo>
                  <a:pt x="114294" y="1455420"/>
                </a:lnTo>
                <a:cubicBezTo>
                  <a:pt x="51171" y="1455420"/>
                  <a:pt x="0" y="1404249"/>
                  <a:pt x="0" y="134112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020" y="521208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93445" y="517398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Approche Orientée Décision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51228" y="5554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03628" y="57073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08838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Robustesse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43144" y="5554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95544" y="57073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9986" y="22235"/>
                </a:moveTo>
                <a:lnTo>
                  <a:pt x="133350" y="25420"/>
                </a:lnTo>
                <a:lnTo>
                  <a:pt x="133350" y="9525"/>
                </a:lnTo>
                <a:cubicBezTo>
                  <a:pt x="133350" y="4256"/>
                  <a:pt x="137606" y="0"/>
                  <a:pt x="142875" y="0"/>
                </a:cubicBezTo>
                <a:cubicBezTo>
                  <a:pt x="148144" y="0"/>
                  <a:pt x="152400" y="4256"/>
                  <a:pt x="152400" y="9525"/>
                </a:cubicBezTo>
                <a:lnTo>
                  <a:pt x="152400" y="47625"/>
                </a:lnTo>
                <a:cubicBezTo>
                  <a:pt x="152400" y="52894"/>
                  <a:pt x="148144" y="57150"/>
                  <a:pt x="142875" y="57150"/>
                </a:cubicBezTo>
                <a:lnTo>
                  <a:pt x="104775" y="57150"/>
                </a:lnTo>
                <a:cubicBezTo>
                  <a:pt x="99506" y="57150"/>
                  <a:pt x="95250" y="52894"/>
                  <a:pt x="95250" y="47625"/>
                </a:cubicBezTo>
                <a:cubicBezTo>
                  <a:pt x="95250" y="42356"/>
                  <a:pt x="99506" y="38100"/>
                  <a:pt x="104775" y="38100"/>
                </a:cubicBezTo>
                <a:lnTo>
                  <a:pt x="119033" y="38100"/>
                </a:lnTo>
                <a:lnTo>
                  <a:pt x="116771" y="35957"/>
                </a:lnTo>
                <a:cubicBezTo>
                  <a:pt x="116711" y="35897"/>
                  <a:pt x="116651" y="35838"/>
                  <a:pt x="116592" y="35778"/>
                </a:cubicBezTo>
                <a:cubicBezTo>
                  <a:pt x="94268" y="13454"/>
                  <a:pt x="58102" y="13454"/>
                  <a:pt x="35778" y="35778"/>
                </a:cubicBezTo>
                <a:cubicBezTo>
                  <a:pt x="13454" y="58103"/>
                  <a:pt x="13454" y="94268"/>
                  <a:pt x="35778" y="116592"/>
                </a:cubicBezTo>
                <a:cubicBezTo>
                  <a:pt x="58102" y="138916"/>
                  <a:pt x="94268" y="138916"/>
                  <a:pt x="116592" y="116592"/>
                </a:cubicBezTo>
                <a:cubicBezTo>
                  <a:pt x="119033" y="114151"/>
                  <a:pt x="121206" y="111562"/>
                  <a:pt x="123111" y="108823"/>
                </a:cubicBezTo>
                <a:cubicBezTo>
                  <a:pt x="126117" y="104507"/>
                  <a:pt x="132070" y="103465"/>
                  <a:pt x="136386" y="106472"/>
                </a:cubicBezTo>
                <a:cubicBezTo>
                  <a:pt x="140702" y="109478"/>
                  <a:pt x="141744" y="115431"/>
                  <a:pt x="138738" y="119747"/>
                </a:cubicBezTo>
                <a:cubicBezTo>
                  <a:pt x="136207" y="123379"/>
                  <a:pt x="133320" y="126831"/>
                  <a:pt x="130076" y="130076"/>
                </a:cubicBezTo>
                <a:cubicBezTo>
                  <a:pt x="100310" y="159841"/>
                  <a:pt x="52060" y="159841"/>
                  <a:pt x="22324" y="130076"/>
                </a:cubicBezTo>
                <a:cubicBezTo>
                  <a:pt x="-7412" y="100310"/>
                  <a:pt x="-7441" y="52090"/>
                  <a:pt x="22324" y="22324"/>
                </a:cubicBezTo>
                <a:cubicBezTo>
                  <a:pt x="52060" y="-7412"/>
                  <a:pt x="100221" y="-7441"/>
                  <a:pt x="129986" y="2223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2494836" y="608838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Reproductibilité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5178" y="55549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87578" y="570738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486870" y="6088380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757035" y="1223010"/>
            <a:ext cx="5046345" cy="5246370"/>
          </a:xfrm>
          <a:custGeom>
            <a:avLst/>
            <a:gdLst/>
            <a:ahLst/>
            <a:cxnLst/>
            <a:rect l="l" t="t" r="r" b="b"/>
            <a:pathLst>
              <a:path w="5046345" h="5246370">
                <a:moveTo>
                  <a:pt x="114300" y="0"/>
                </a:moveTo>
                <a:lnTo>
                  <a:pt x="4932045" y="0"/>
                </a:lnTo>
                <a:cubicBezTo>
                  <a:pt x="4995171" y="0"/>
                  <a:pt x="5046345" y="51174"/>
                  <a:pt x="5046345" y="114300"/>
                </a:cubicBezTo>
                <a:lnTo>
                  <a:pt x="5046345" y="5132070"/>
                </a:lnTo>
                <a:cubicBezTo>
                  <a:pt x="5046345" y="5195196"/>
                  <a:pt x="4995171" y="5246370"/>
                  <a:pt x="4932045" y="5246370"/>
                </a:cubicBezTo>
                <a:lnTo>
                  <a:pt x="114300" y="5246370"/>
                </a:lnTo>
                <a:cubicBezTo>
                  <a:pt x="51174" y="5246370"/>
                  <a:pt x="0" y="5195196"/>
                  <a:pt x="0" y="51320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51345" y="14173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065645" y="15316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522845" y="1493520"/>
            <a:ext cx="211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 Data Complet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955155" y="2030730"/>
            <a:ext cx="4655820" cy="636270"/>
          </a:xfrm>
          <a:custGeom>
            <a:avLst/>
            <a:gdLst/>
            <a:ahLst/>
            <a:cxnLst/>
            <a:rect l="l" t="t" r="r" b="b"/>
            <a:pathLst>
              <a:path w="4655820" h="636270">
                <a:moveTo>
                  <a:pt x="76200" y="0"/>
                </a:moveTo>
                <a:lnTo>
                  <a:pt x="4579620" y="0"/>
                </a:lnTo>
                <a:cubicBezTo>
                  <a:pt x="4621704" y="0"/>
                  <a:pt x="4655820" y="34116"/>
                  <a:pt x="4655820" y="76200"/>
                </a:cubicBezTo>
                <a:lnTo>
                  <a:pt x="4655820" y="560070"/>
                </a:lnTo>
                <a:cubicBezTo>
                  <a:pt x="4655820" y="602154"/>
                  <a:pt x="4621704" y="636270"/>
                  <a:pt x="4579620" y="636270"/>
                </a:cubicBezTo>
                <a:lnTo>
                  <a:pt x="76200" y="636270"/>
                </a:lnTo>
                <a:cubicBezTo>
                  <a:pt x="34116" y="636270"/>
                  <a:pt x="0" y="602154"/>
                  <a:pt x="0" y="5600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35165" y="21107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997065" y="211074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54265" y="211074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Collecte Automatisée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54265" y="2377440"/>
            <a:ext cx="3438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scraping et intégration API football temps réel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55155" y="2932748"/>
            <a:ext cx="4655820" cy="636270"/>
          </a:xfrm>
          <a:custGeom>
            <a:avLst/>
            <a:gdLst/>
            <a:ahLst/>
            <a:cxnLst/>
            <a:rect l="l" t="t" r="r" b="b"/>
            <a:pathLst>
              <a:path w="4655820" h="636270">
                <a:moveTo>
                  <a:pt x="76200" y="0"/>
                </a:moveTo>
                <a:lnTo>
                  <a:pt x="4579620" y="0"/>
                </a:lnTo>
                <a:cubicBezTo>
                  <a:pt x="4621704" y="0"/>
                  <a:pt x="4655820" y="34116"/>
                  <a:pt x="4655820" y="76200"/>
                </a:cubicBezTo>
                <a:lnTo>
                  <a:pt x="4655820" y="560070"/>
                </a:lnTo>
                <a:cubicBezTo>
                  <a:pt x="4655820" y="602154"/>
                  <a:pt x="4621704" y="636270"/>
                  <a:pt x="4579620" y="636270"/>
                </a:cubicBezTo>
                <a:lnTo>
                  <a:pt x="76200" y="636270"/>
                </a:lnTo>
                <a:cubicBezTo>
                  <a:pt x="34116" y="636270"/>
                  <a:pt x="0" y="602154"/>
                  <a:pt x="0" y="5600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35165" y="30127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997065" y="3012758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54265" y="3012758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 Structuré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54265" y="3279458"/>
            <a:ext cx="3381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Modélisation décisionnelle en étoile (Star Schema)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55155" y="3834766"/>
            <a:ext cx="4655820" cy="636270"/>
          </a:xfrm>
          <a:custGeom>
            <a:avLst/>
            <a:gdLst/>
            <a:ahLst/>
            <a:cxnLst/>
            <a:rect l="l" t="t" r="r" b="b"/>
            <a:pathLst>
              <a:path w="4655820" h="636270">
                <a:moveTo>
                  <a:pt x="76200" y="0"/>
                </a:moveTo>
                <a:lnTo>
                  <a:pt x="4579620" y="0"/>
                </a:lnTo>
                <a:cubicBezTo>
                  <a:pt x="4621704" y="0"/>
                  <a:pt x="4655820" y="34116"/>
                  <a:pt x="4655820" y="76200"/>
                </a:cubicBezTo>
                <a:lnTo>
                  <a:pt x="4655820" y="560070"/>
                </a:lnTo>
                <a:cubicBezTo>
                  <a:pt x="4655820" y="602154"/>
                  <a:pt x="4621704" y="636270"/>
                  <a:pt x="4579620" y="636270"/>
                </a:cubicBezTo>
                <a:lnTo>
                  <a:pt x="76200" y="636270"/>
                </a:lnTo>
                <a:cubicBezTo>
                  <a:pt x="34116" y="636270"/>
                  <a:pt x="0" y="602154"/>
                  <a:pt x="0" y="5600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35165" y="39147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6997065" y="39147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54265" y="3914775"/>
            <a:ext cx="3448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454265" y="4181475"/>
            <a:ext cx="3448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de variables avancées (xG, PPDA, forme...)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55155" y="4736784"/>
            <a:ext cx="4655820" cy="636270"/>
          </a:xfrm>
          <a:custGeom>
            <a:avLst/>
            <a:gdLst/>
            <a:ahLst/>
            <a:cxnLst/>
            <a:rect l="l" t="t" r="r" b="b"/>
            <a:pathLst>
              <a:path w="4655820" h="636270">
                <a:moveTo>
                  <a:pt x="76200" y="0"/>
                </a:moveTo>
                <a:lnTo>
                  <a:pt x="4579620" y="0"/>
                </a:lnTo>
                <a:cubicBezTo>
                  <a:pt x="4621704" y="0"/>
                  <a:pt x="4655820" y="34116"/>
                  <a:pt x="4655820" y="76200"/>
                </a:cubicBezTo>
                <a:lnTo>
                  <a:pt x="4655820" y="560070"/>
                </a:lnTo>
                <a:cubicBezTo>
                  <a:pt x="4655820" y="602154"/>
                  <a:pt x="4621704" y="636270"/>
                  <a:pt x="4579620" y="636270"/>
                </a:cubicBezTo>
                <a:lnTo>
                  <a:pt x="76200" y="636270"/>
                </a:lnTo>
                <a:cubicBezTo>
                  <a:pt x="34116" y="636270"/>
                  <a:pt x="0" y="602154"/>
                  <a:pt x="0" y="5600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5165" y="481679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6997065" y="4816792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454265" y="4816792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Modélisation Prédictive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54265" y="5083492"/>
            <a:ext cx="33813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Algorithmes supervisés avec validation temporelle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55155" y="5638801"/>
            <a:ext cx="4655820" cy="636270"/>
          </a:xfrm>
          <a:custGeom>
            <a:avLst/>
            <a:gdLst/>
            <a:ahLst/>
            <a:cxnLst/>
            <a:rect l="l" t="t" r="r" b="b"/>
            <a:pathLst>
              <a:path w="4655820" h="636270">
                <a:moveTo>
                  <a:pt x="76200" y="0"/>
                </a:moveTo>
                <a:lnTo>
                  <a:pt x="4579620" y="0"/>
                </a:lnTo>
                <a:cubicBezTo>
                  <a:pt x="4621704" y="0"/>
                  <a:pt x="4655820" y="34116"/>
                  <a:pt x="4655820" y="76200"/>
                </a:cubicBezTo>
                <a:lnTo>
                  <a:pt x="4655820" y="560070"/>
                </a:lnTo>
                <a:cubicBezTo>
                  <a:pt x="4655820" y="602154"/>
                  <a:pt x="4621704" y="636270"/>
                  <a:pt x="4579620" y="636270"/>
                </a:cubicBezTo>
                <a:lnTo>
                  <a:pt x="76200" y="636270"/>
                </a:lnTo>
                <a:cubicBezTo>
                  <a:pt x="34116" y="636270"/>
                  <a:pt x="0" y="602154"/>
                  <a:pt x="0" y="56007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35165" y="57188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6997065" y="5718811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454265" y="5718811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BI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454265" y="5985511"/>
            <a:ext cx="2790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interactive orientée décision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752" y="445940"/>
            <a:ext cx="35675" cy="356752"/>
          </a:xfrm>
          <a:custGeom>
            <a:avLst/>
            <a:gdLst/>
            <a:ahLst/>
            <a:cxnLst/>
            <a:rect l="l" t="t" r="r" b="b"/>
            <a:pathLst>
              <a:path w="35675" h="356752">
                <a:moveTo>
                  <a:pt x="0" y="0"/>
                </a:moveTo>
                <a:lnTo>
                  <a:pt x="35675" y="0"/>
                </a:lnTo>
                <a:lnTo>
                  <a:pt x="35675" y="356752"/>
                </a:lnTo>
                <a:lnTo>
                  <a:pt x="0" y="356752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99453" y="356752"/>
            <a:ext cx="1480521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b="1" spc="197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Cibles du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453" y="535128"/>
            <a:ext cx="1578628" cy="356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320" y="1145174"/>
            <a:ext cx="5643817" cy="4091946"/>
          </a:xfrm>
          <a:custGeom>
            <a:avLst/>
            <a:gdLst/>
            <a:ahLst/>
            <a:cxnLst/>
            <a:rect l="l" t="t" r="r" b="b"/>
            <a:pathLst>
              <a:path w="5643817" h="4091946">
                <a:moveTo>
                  <a:pt x="107045" y="0"/>
                </a:moveTo>
                <a:lnTo>
                  <a:pt x="5536772" y="0"/>
                </a:lnTo>
                <a:cubicBezTo>
                  <a:pt x="5595891" y="0"/>
                  <a:pt x="5643817" y="47926"/>
                  <a:pt x="5643817" y="107045"/>
                </a:cubicBezTo>
                <a:lnTo>
                  <a:pt x="5643817" y="3984900"/>
                </a:lnTo>
                <a:cubicBezTo>
                  <a:pt x="5643817" y="4044020"/>
                  <a:pt x="5595891" y="4091946"/>
                  <a:pt x="5536772" y="4091946"/>
                </a:cubicBezTo>
                <a:lnTo>
                  <a:pt x="107045" y="4091946"/>
                </a:lnTo>
                <a:cubicBezTo>
                  <a:pt x="47926" y="4091946"/>
                  <a:pt x="0" y="4044020"/>
                  <a:pt x="0" y="3984900"/>
                </a:cubicBezTo>
                <a:lnTo>
                  <a:pt x="0" y="107045"/>
                </a:lnTo>
                <a:cubicBezTo>
                  <a:pt x="0" y="47965"/>
                  <a:pt x="47965" y="0"/>
                  <a:pt x="10704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263" y="1327118"/>
            <a:ext cx="499453" cy="499453"/>
          </a:xfrm>
          <a:custGeom>
            <a:avLst/>
            <a:gdLst/>
            <a:ahLst/>
            <a:cxnLst/>
            <a:rect l="l" t="t" r="r" b="b"/>
            <a:pathLst>
              <a:path w="499453" h="499453">
                <a:moveTo>
                  <a:pt x="107028" y="0"/>
                </a:moveTo>
                <a:lnTo>
                  <a:pt x="392425" y="0"/>
                </a:lnTo>
                <a:cubicBezTo>
                  <a:pt x="451495" y="0"/>
                  <a:pt x="499453" y="47958"/>
                  <a:pt x="499453" y="107028"/>
                </a:cubicBezTo>
                <a:lnTo>
                  <a:pt x="499453" y="392425"/>
                </a:lnTo>
                <a:cubicBezTo>
                  <a:pt x="499453" y="451495"/>
                  <a:pt x="451495" y="499453"/>
                  <a:pt x="392425" y="499453"/>
                </a:cubicBezTo>
                <a:lnTo>
                  <a:pt x="107028" y="499453"/>
                </a:lnTo>
                <a:cubicBezTo>
                  <a:pt x="47958" y="499453"/>
                  <a:pt x="0" y="451495"/>
                  <a:pt x="0" y="392425"/>
                </a:cubicBezTo>
                <a:lnTo>
                  <a:pt x="0" y="107028"/>
                </a:lnTo>
                <a:cubicBezTo>
                  <a:pt x="0" y="47958"/>
                  <a:pt x="47958" y="0"/>
                  <a:pt x="107028" y="0"/>
                </a:cubicBezTo>
                <a:close/>
              </a:path>
            </a:pathLst>
          </a:custGeom>
          <a:gradFill rotWithShape="1" flip="none">
            <a:gsLst>
              <a:gs pos="0">
                <a:srgbClr val="F59E0B"/>
              </a:gs>
              <a:gs pos="100000">
                <a:srgbClr val="B45309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684964" y="1469819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187295" y="107026"/>
                </a:moveTo>
                <a:cubicBezTo>
                  <a:pt x="187295" y="62724"/>
                  <a:pt x="151327" y="26756"/>
                  <a:pt x="107026" y="26756"/>
                </a:cubicBezTo>
                <a:cubicBezTo>
                  <a:pt x="62724" y="26756"/>
                  <a:pt x="26756" y="62724"/>
                  <a:pt x="26756" y="107026"/>
                </a:cubicBezTo>
                <a:cubicBezTo>
                  <a:pt x="26756" y="151327"/>
                  <a:pt x="62724" y="187295"/>
                  <a:pt x="107026" y="187295"/>
                </a:cubicBezTo>
                <a:cubicBezTo>
                  <a:pt x="151327" y="187295"/>
                  <a:pt x="187295" y="151327"/>
                  <a:pt x="187295" y="107026"/>
                </a:cubicBezTo>
                <a:close/>
                <a:moveTo>
                  <a:pt x="0" y="107026"/>
                </a:moveTo>
                <a:cubicBezTo>
                  <a:pt x="0" y="47957"/>
                  <a:pt x="47957" y="0"/>
                  <a:pt x="107026" y="0"/>
                </a:cubicBezTo>
                <a:cubicBezTo>
                  <a:pt x="166095" y="0"/>
                  <a:pt x="214051" y="47957"/>
                  <a:pt x="214051" y="107026"/>
                </a:cubicBezTo>
                <a:cubicBezTo>
                  <a:pt x="214051" y="166095"/>
                  <a:pt x="166095" y="214051"/>
                  <a:pt x="107026" y="214051"/>
                </a:cubicBezTo>
                <a:cubicBezTo>
                  <a:pt x="47957" y="214051"/>
                  <a:pt x="0" y="166095"/>
                  <a:pt x="0" y="107026"/>
                </a:cubicBezTo>
                <a:close/>
                <a:moveTo>
                  <a:pt x="107026" y="140471"/>
                </a:moveTo>
                <a:cubicBezTo>
                  <a:pt x="125485" y="140471"/>
                  <a:pt x="140471" y="125485"/>
                  <a:pt x="140471" y="107026"/>
                </a:cubicBezTo>
                <a:cubicBezTo>
                  <a:pt x="140471" y="88567"/>
                  <a:pt x="125485" y="73580"/>
                  <a:pt x="107026" y="73580"/>
                </a:cubicBezTo>
                <a:cubicBezTo>
                  <a:pt x="88567" y="73580"/>
                  <a:pt x="73580" y="88567"/>
                  <a:pt x="73580" y="107026"/>
                </a:cubicBezTo>
                <a:cubicBezTo>
                  <a:pt x="73580" y="125485"/>
                  <a:pt x="88567" y="140471"/>
                  <a:pt x="107026" y="140471"/>
                </a:cubicBezTo>
                <a:close/>
                <a:moveTo>
                  <a:pt x="107026" y="46824"/>
                </a:moveTo>
                <a:cubicBezTo>
                  <a:pt x="140252" y="46824"/>
                  <a:pt x="167228" y="73799"/>
                  <a:pt x="167228" y="107026"/>
                </a:cubicBezTo>
                <a:cubicBezTo>
                  <a:pt x="167228" y="140252"/>
                  <a:pt x="140252" y="167228"/>
                  <a:pt x="107026" y="167228"/>
                </a:cubicBezTo>
                <a:cubicBezTo>
                  <a:pt x="73799" y="167228"/>
                  <a:pt x="46824" y="140252"/>
                  <a:pt x="46824" y="107026"/>
                </a:cubicBezTo>
                <a:cubicBezTo>
                  <a:pt x="46824" y="73799"/>
                  <a:pt x="73799" y="46824"/>
                  <a:pt x="107026" y="46824"/>
                </a:cubicBezTo>
                <a:close/>
                <a:moveTo>
                  <a:pt x="93647" y="107026"/>
                </a:moveTo>
                <a:cubicBezTo>
                  <a:pt x="93647" y="99642"/>
                  <a:pt x="99642" y="93647"/>
                  <a:pt x="107026" y="93647"/>
                </a:cubicBezTo>
                <a:cubicBezTo>
                  <a:pt x="114409" y="93647"/>
                  <a:pt x="120404" y="99642"/>
                  <a:pt x="120404" y="107026"/>
                </a:cubicBezTo>
                <a:cubicBezTo>
                  <a:pt x="120404" y="114409"/>
                  <a:pt x="114409" y="120404"/>
                  <a:pt x="107026" y="120404"/>
                </a:cubicBezTo>
                <a:cubicBezTo>
                  <a:pt x="99642" y="120404"/>
                  <a:pt x="93647" y="114409"/>
                  <a:pt x="93647" y="1070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48742" y="1434144"/>
            <a:ext cx="1721328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Principal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263" y="1969272"/>
            <a:ext cx="5360199" cy="52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4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Prédire la probabilité</a:t>
            </a:r>
            <a:pPr>
              <a:lnSpc>
                <a:spcPct val="140000"/>
              </a:lnSpc>
            </a:pPr>
            <a:r>
              <a:rPr lang="en-US" sz="1264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qu'une équipe remporte la Ligue des Champions à différents niveaux de granularité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5831" y="2637290"/>
            <a:ext cx="5269227" cy="613613"/>
          </a:xfrm>
          <a:custGeom>
            <a:avLst/>
            <a:gdLst/>
            <a:ahLst/>
            <a:cxnLst/>
            <a:rect l="l" t="t" r="r" b="b"/>
            <a:pathLst>
              <a:path w="5269227" h="613613">
                <a:moveTo>
                  <a:pt x="71351" y="0"/>
                </a:moveTo>
                <a:lnTo>
                  <a:pt x="5197876" y="0"/>
                </a:lnTo>
                <a:cubicBezTo>
                  <a:pt x="5237282" y="0"/>
                  <a:pt x="5269227" y="31945"/>
                  <a:pt x="5269227" y="71351"/>
                </a:cubicBezTo>
                <a:lnTo>
                  <a:pt x="5269227" y="542262"/>
                </a:lnTo>
                <a:cubicBezTo>
                  <a:pt x="5269227" y="581669"/>
                  <a:pt x="5237282" y="613613"/>
                  <a:pt x="5197876" y="613613"/>
                </a:cubicBezTo>
                <a:lnTo>
                  <a:pt x="71351" y="613613"/>
                </a:lnTo>
                <a:cubicBezTo>
                  <a:pt x="31945" y="613613"/>
                  <a:pt x="0" y="581669"/>
                  <a:pt x="0" y="542262"/>
                </a:cubicBezTo>
                <a:lnTo>
                  <a:pt x="0" y="71351"/>
                </a:lnTo>
                <a:cubicBezTo>
                  <a:pt x="0" y="31945"/>
                  <a:pt x="31945" y="0"/>
                  <a:pt x="7135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424" y="2765721"/>
            <a:ext cx="356752" cy="356752"/>
          </a:xfrm>
          <a:custGeom>
            <a:avLst/>
            <a:gdLst/>
            <a:ahLst/>
            <a:cxnLst/>
            <a:rect l="l" t="t" r="r" b="b"/>
            <a:pathLst>
              <a:path w="356752" h="356752">
                <a:moveTo>
                  <a:pt x="178376" y="0"/>
                </a:moveTo>
                <a:lnTo>
                  <a:pt x="178376" y="0"/>
                </a:lnTo>
                <a:cubicBezTo>
                  <a:pt x="276824" y="0"/>
                  <a:pt x="356752" y="79928"/>
                  <a:pt x="356752" y="178376"/>
                </a:cubicBezTo>
                <a:lnTo>
                  <a:pt x="356752" y="178376"/>
                </a:lnTo>
                <a:cubicBezTo>
                  <a:pt x="356752" y="276824"/>
                  <a:pt x="276824" y="356752"/>
                  <a:pt x="178376" y="356752"/>
                </a:cubicBezTo>
                <a:lnTo>
                  <a:pt x="178376" y="356752"/>
                </a:lnTo>
                <a:cubicBezTo>
                  <a:pt x="79928" y="356752"/>
                  <a:pt x="0" y="276824"/>
                  <a:pt x="0" y="178376"/>
                </a:cubicBezTo>
                <a:lnTo>
                  <a:pt x="0" y="178376"/>
                </a:lnTo>
                <a:cubicBezTo>
                  <a:pt x="0" y="79928"/>
                  <a:pt x="79928" y="0"/>
                  <a:pt x="17837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63449" y="2872746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116307" y="100364"/>
                </a:moveTo>
                <a:lnTo>
                  <a:pt x="96351" y="99027"/>
                </a:lnTo>
                <a:cubicBezTo>
                  <a:pt x="94902" y="98943"/>
                  <a:pt x="93480" y="99333"/>
                  <a:pt x="92310" y="100197"/>
                </a:cubicBezTo>
                <a:cubicBezTo>
                  <a:pt x="91139" y="101061"/>
                  <a:pt x="90303" y="102260"/>
                  <a:pt x="89968" y="103681"/>
                </a:cubicBezTo>
                <a:lnTo>
                  <a:pt x="85063" y="123079"/>
                </a:lnTo>
                <a:cubicBezTo>
                  <a:pt x="80687" y="124250"/>
                  <a:pt x="76089" y="124863"/>
                  <a:pt x="71350" y="124863"/>
                </a:cubicBezTo>
                <a:cubicBezTo>
                  <a:pt x="66612" y="124863"/>
                  <a:pt x="62014" y="124250"/>
                  <a:pt x="57638" y="123079"/>
                </a:cubicBezTo>
                <a:lnTo>
                  <a:pt x="52732" y="103681"/>
                </a:lnTo>
                <a:cubicBezTo>
                  <a:pt x="52370" y="102287"/>
                  <a:pt x="51534" y="101061"/>
                  <a:pt x="50391" y="100197"/>
                </a:cubicBezTo>
                <a:cubicBezTo>
                  <a:pt x="49249" y="99333"/>
                  <a:pt x="47799" y="98943"/>
                  <a:pt x="46350" y="99027"/>
                </a:cubicBezTo>
                <a:lnTo>
                  <a:pt x="26394" y="100364"/>
                </a:lnTo>
                <a:cubicBezTo>
                  <a:pt x="21489" y="92783"/>
                  <a:pt x="18451" y="83865"/>
                  <a:pt x="17921" y="74277"/>
                </a:cubicBezTo>
                <a:lnTo>
                  <a:pt x="34839" y="63630"/>
                </a:lnTo>
                <a:cubicBezTo>
                  <a:pt x="36065" y="62850"/>
                  <a:pt x="36957" y="61679"/>
                  <a:pt x="37403" y="60313"/>
                </a:cubicBezTo>
                <a:cubicBezTo>
                  <a:pt x="37849" y="58948"/>
                  <a:pt x="37793" y="57471"/>
                  <a:pt x="37264" y="56133"/>
                </a:cubicBezTo>
                <a:lnTo>
                  <a:pt x="29822" y="37570"/>
                </a:lnTo>
                <a:cubicBezTo>
                  <a:pt x="35675" y="30435"/>
                  <a:pt x="43284" y="24805"/>
                  <a:pt x="52036" y="21433"/>
                </a:cubicBezTo>
                <a:lnTo>
                  <a:pt x="67421" y="34254"/>
                </a:lnTo>
                <a:cubicBezTo>
                  <a:pt x="68535" y="35174"/>
                  <a:pt x="69929" y="35675"/>
                  <a:pt x="71350" y="35675"/>
                </a:cubicBezTo>
                <a:cubicBezTo>
                  <a:pt x="72772" y="35675"/>
                  <a:pt x="74193" y="35174"/>
                  <a:pt x="75280" y="34254"/>
                </a:cubicBezTo>
                <a:lnTo>
                  <a:pt x="90665" y="21433"/>
                </a:lnTo>
                <a:cubicBezTo>
                  <a:pt x="99389" y="24805"/>
                  <a:pt x="107026" y="30435"/>
                  <a:pt x="112851" y="37570"/>
                </a:cubicBezTo>
                <a:lnTo>
                  <a:pt x="105409" y="56133"/>
                </a:lnTo>
                <a:cubicBezTo>
                  <a:pt x="104880" y="57471"/>
                  <a:pt x="104824" y="58948"/>
                  <a:pt x="105270" y="60313"/>
                </a:cubicBezTo>
                <a:cubicBezTo>
                  <a:pt x="105716" y="61679"/>
                  <a:pt x="106635" y="62850"/>
                  <a:pt x="107834" y="63630"/>
                </a:cubicBezTo>
                <a:lnTo>
                  <a:pt x="124752" y="74277"/>
                </a:lnTo>
                <a:cubicBezTo>
                  <a:pt x="124222" y="83865"/>
                  <a:pt x="121184" y="92783"/>
                  <a:pt x="116279" y="100364"/>
                </a:cubicBezTo>
                <a:close/>
                <a:moveTo>
                  <a:pt x="71350" y="142701"/>
                </a:moveTo>
                <a:cubicBezTo>
                  <a:pt x="110730" y="142701"/>
                  <a:pt x="142701" y="110730"/>
                  <a:pt x="142701" y="71350"/>
                </a:cubicBezTo>
                <a:cubicBezTo>
                  <a:pt x="142701" y="31971"/>
                  <a:pt x="110730" y="0"/>
                  <a:pt x="71350" y="0"/>
                </a:cubicBezTo>
                <a:cubicBezTo>
                  <a:pt x="31971" y="0"/>
                  <a:pt x="0" y="31971"/>
                  <a:pt x="0" y="71350"/>
                </a:cubicBezTo>
                <a:cubicBezTo>
                  <a:pt x="0" y="110730"/>
                  <a:pt x="31971" y="142701"/>
                  <a:pt x="71350" y="142701"/>
                </a:cubicBezTo>
                <a:close/>
                <a:moveTo>
                  <a:pt x="75280" y="51924"/>
                </a:moveTo>
                <a:cubicBezTo>
                  <a:pt x="72939" y="50224"/>
                  <a:pt x="69762" y="50224"/>
                  <a:pt x="67421" y="51924"/>
                </a:cubicBezTo>
                <a:lnTo>
                  <a:pt x="54070" y="61595"/>
                </a:lnTo>
                <a:cubicBezTo>
                  <a:pt x="51729" y="63296"/>
                  <a:pt x="50754" y="66306"/>
                  <a:pt x="51645" y="69065"/>
                </a:cubicBezTo>
                <a:lnTo>
                  <a:pt x="56746" y="84756"/>
                </a:lnTo>
                <a:cubicBezTo>
                  <a:pt x="57638" y="87516"/>
                  <a:pt x="60202" y="89383"/>
                  <a:pt x="63101" y="89383"/>
                </a:cubicBezTo>
                <a:lnTo>
                  <a:pt x="79600" y="89383"/>
                </a:lnTo>
                <a:cubicBezTo>
                  <a:pt x="82499" y="89383"/>
                  <a:pt x="85063" y="87516"/>
                  <a:pt x="85955" y="84756"/>
                </a:cubicBezTo>
                <a:lnTo>
                  <a:pt x="91055" y="69065"/>
                </a:lnTo>
                <a:cubicBezTo>
                  <a:pt x="91947" y="66306"/>
                  <a:pt x="90972" y="63296"/>
                  <a:pt x="88631" y="61595"/>
                </a:cubicBezTo>
                <a:lnTo>
                  <a:pt x="75280" y="5189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120201" y="2747883"/>
            <a:ext cx="2515102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Niveau Match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0201" y="2961934"/>
            <a:ext cx="2506183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Probabilité de victoire pour chaque rencontre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5831" y="3365065"/>
            <a:ext cx="5269227" cy="613613"/>
          </a:xfrm>
          <a:custGeom>
            <a:avLst/>
            <a:gdLst/>
            <a:ahLst/>
            <a:cxnLst/>
            <a:rect l="l" t="t" r="r" b="b"/>
            <a:pathLst>
              <a:path w="5269227" h="613613">
                <a:moveTo>
                  <a:pt x="71351" y="0"/>
                </a:moveTo>
                <a:lnTo>
                  <a:pt x="5197876" y="0"/>
                </a:lnTo>
                <a:cubicBezTo>
                  <a:pt x="5237282" y="0"/>
                  <a:pt x="5269227" y="31945"/>
                  <a:pt x="5269227" y="71351"/>
                </a:cubicBezTo>
                <a:lnTo>
                  <a:pt x="5269227" y="542262"/>
                </a:lnTo>
                <a:cubicBezTo>
                  <a:pt x="5269227" y="581669"/>
                  <a:pt x="5237282" y="613613"/>
                  <a:pt x="5197876" y="613613"/>
                </a:cubicBezTo>
                <a:lnTo>
                  <a:pt x="71351" y="613613"/>
                </a:lnTo>
                <a:cubicBezTo>
                  <a:pt x="31945" y="613613"/>
                  <a:pt x="0" y="581669"/>
                  <a:pt x="0" y="542262"/>
                </a:cubicBezTo>
                <a:lnTo>
                  <a:pt x="0" y="71351"/>
                </a:lnTo>
                <a:cubicBezTo>
                  <a:pt x="0" y="31945"/>
                  <a:pt x="31945" y="0"/>
                  <a:pt x="7135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6424" y="3493494"/>
            <a:ext cx="356752" cy="356752"/>
          </a:xfrm>
          <a:custGeom>
            <a:avLst/>
            <a:gdLst/>
            <a:ahLst/>
            <a:cxnLst/>
            <a:rect l="l" t="t" r="r" b="b"/>
            <a:pathLst>
              <a:path w="356752" h="356752">
                <a:moveTo>
                  <a:pt x="178376" y="0"/>
                </a:moveTo>
                <a:lnTo>
                  <a:pt x="178376" y="0"/>
                </a:lnTo>
                <a:cubicBezTo>
                  <a:pt x="276824" y="0"/>
                  <a:pt x="356752" y="79928"/>
                  <a:pt x="356752" y="178376"/>
                </a:cubicBezTo>
                <a:lnTo>
                  <a:pt x="356752" y="178376"/>
                </a:lnTo>
                <a:cubicBezTo>
                  <a:pt x="356752" y="276824"/>
                  <a:pt x="276824" y="356752"/>
                  <a:pt x="178376" y="356752"/>
                </a:cubicBezTo>
                <a:lnTo>
                  <a:pt x="178376" y="356752"/>
                </a:lnTo>
                <a:cubicBezTo>
                  <a:pt x="79928" y="356752"/>
                  <a:pt x="0" y="276824"/>
                  <a:pt x="0" y="178376"/>
                </a:cubicBezTo>
                <a:lnTo>
                  <a:pt x="0" y="178376"/>
                </a:lnTo>
                <a:cubicBezTo>
                  <a:pt x="0" y="79928"/>
                  <a:pt x="79928" y="0"/>
                  <a:pt x="17837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3449" y="3600519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53513" y="17838"/>
                </a:moveTo>
                <a:cubicBezTo>
                  <a:pt x="53513" y="12904"/>
                  <a:pt x="57498" y="8919"/>
                  <a:pt x="62432" y="8919"/>
                </a:cubicBezTo>
                <a:lnTo>
                  <a:pt x="80269" y="8919"/>
                </a:lnTo>
                <a:cubicBezTo>
                  <a:pt x="85202" y="8919"/>
                  <a:pt x="89188" y="12904"/>
                  <a:pt x="89188" y="17838"/>
                </a:cubicBezTo>
                <a:lnTo>
                  <a:pt x="89188" y="35675"/>
                </a:lnTo>
                <a:cubicBezTo>
                  <a:pt x="89188" y="40608"/>
                  <a:pt x="85202" y="44594"/>
                  <a:pt x="80269" y="44594"/>
                </a:cubicBezTo>
                <a:lnTo>
                  <a:pt x="78040" y="44594"/>
                </a:lnTo>
                <a:lnTo>
                  <a:pt x="78040" y="62432"/>
                </a:lnTo>
                <a:lnTo>
                  <a:pt x="111485" y="62432"/>
                </a:lnTo>
                <a:cubicBezTo>
                  <a:pt x="122578" y="62432"/>
                  <a:pt x="131552" y="71406"/>
                  <a:pt x="131552" y="82499"/>
                </a:cubicBezTo>
                <a:lnTo>
                  <a:pt x="131552" y="98107"/>
                </a:lnTo>
                <a:lnTo>
                  <a:pt x="133782" y="98107"/>
                </a:lnTo>
                <a:cubicBezTo>
                  <a:pt x="138715" y="98107"/>
                  <a:pt x="142701" y="102092"/>
                  <a:pt x="142701" y="107026"/>
                </a:cubicBezTo>
                <a:lnTo>
                  <a:pt x="142701" y="124863"/>
                </a:lnTo>
                <a:cubicBezTo>
                  <a:pt x="142701" y="129796"/>
                  <a:pt x="138715" y="133782"/>
                  <a:pt x="133782" y="133782"/>
                </a:cubicBezTo>
                <a:lnTo>
                  <a:pt x="115944" y="133782"/>
                </a:lnTo>
                <a:cubicBezTo>
                  <a:pt x="111011" y="133782"/>
                  <a:pt x="107026" y="129796"/>
                  <a:pt x="107026" y="124863"/>
                </a:cubicBezTo>
                <a:lnTo>
                  <a:pt x="107026" y="107026"/>
                </a:lnTo>
                <a:cubicBezTo>
                  <a:pt x="107026" y="102092"/>
                  <a:pt x="111011" y="98107"/>
                  <a:pt x="115944" y="98107"/>
                </a:cubicBezTo>
                <a:lnTo>
                  <a:pt x="118174" y="98107"/>
                </a:lnTo>
                <a:lnTo>
                  <a:pt x="118174" y="82499"/>
                </a:lnTo>
                <a:cubicBezTo>
                  <a:pt x="118174" y="78792"/>
                  <a:pt x="115192" y="75810"/>
                  <a:pt x="111485" y="75810"/>
                </a:cubicBezTo>
                <a:lnTo>
                  <a:pt x="78040" y="75810"/>
                </a:lnTo>
                <a:lnTo>
                  <a:pt x="78040" y="98107"/>
                </a:lnTo>
                <a:lnTo>
                  <a:pt x="80269" y="98107"/>
                </a:lnTo>
                <a:cubicBezTo>
                  <a:pt x="85202" y="98107"/>
                  <a:pt x="89188" y="102092"/>
                  <a:pt x="89188" y="107026"/>
                </a:cubicBezTo>
                <a:lnTo>
                  <a:pt x="89188" y="124863"/>
                </a:lnTo>
                <a:cubicBezTo>
                  <a:pt x="89188" y="129796"/>
                  <a:pt x="85202" y="133782"/>
                  <a:pt x="80269" y="133782"/>
                </a:cubicBezTo>
                <a:lnTo>
                  <a:pt x="62432" y="133782"/>
                </a:lnTo>
                <a:cubicBezTo>
                  <a:pt x="57498" y="133782"/>
                  <a:pt x="53513" y="129796"/>
                  <a:pt x="53513" y="124863"/>
                </a:cubicBezTo>
                <a:lnTo>
                  <a:pt x="53513" y="107026"/>
                </a:lnTo>
                <a:cubicBezTo>
                  <a:pt x="53513" y="102092"/>
                  <a:pt x="57498" y="98107"/>
                  <a:pt x="62432" y="98107"/>
                </a:cubicBezTo>
                <a:lnTo>
                  <a:pt x="64661" y="98107"/>
                </a:lnTo>
                <a:lnTo>
                  <a:pt x="64661" y="75810"/>
                </a:lnTo>
                <a:lnTo>
                  <a:pt x="31216" y="75810"/>
                </a:lnTo>
                <a:cubicBezTo>
                  <a:pt x="27509" y="75810"/>
                  <a:pt x="24527" y="78792"/>
                  <a:pt x="24527" y="82499"/>
                </a:cubicBezTo>
                <a:lnTo>
                  <a:pt x="24527" y="98107"/>
                </a:lnTo>
                <a:lnTo>
                  <a:pt x="26756" y="98107"/>
                </a:lnTo>
                <a:cubicBezTo>
                  <a:pt x="31690" y="98107"/>
                  <a:pt x="35675" y="102092"/>
                  <a:pt x="35675" y="107026"/>
                </a:cubicBezTo>
                <a:lnTo>
                  <a:pt x="35675" y="124863"/>
                </a:lnTo>
                <a:cubicBezTo>
                  <a:pt x="35675" y="129796"/>
                  <a:pt x="31690" y="133782"/>
                  <a:pt x="26756" y="133782"/>
                </a:cubicBezTo>
                <a:lnTo>
                  <a:pt x="8919" y="133782"/>
                </a:lnTo>
                <a:cubicBezTo>
                  <a:pt x="3986" y="133782"/>
                  <a:pt x="0" y="129796"/>
                  <a:pt x="0" y="124863"/>
                </a:cubicBezTo>
                <a:lnTo>
                  <a:pt x="0" y="107026"/>
                </a:lnTo>
                <a:cubicBezTo>
                  <a:pt x="0" y="102092"/>
                  <a:pt x="3986" y="98107"/>
                  <a:pt x="8919" y="98107"/>
                </a:cubicBezTo>
                <a:lnTo>
                  <a:pt x="11149" y="98107"/>
                </a:lnTo>
                <a:lnTo>
                  <a:pt x="11149" y="82499"/>
                </a:lnTo>
                <a:cubicBezTo>
                  <a:pt x="11149" y="71406"/>
                  <a:pt x="20123" y="62432"/>
                  <a:pt x="31216" y="62432"/>
                </a:cubicBezTo>
                <a:lnTo>
                  <a:pt x="64661" y="62432"/>
                </a:lnTo>
                <a:lnTo>
                  <a:pt x="64661" y="44594"/>
                </a:lnTo>
                <a:lnTo>
                  <a:pt x="62432" y="44594"/>
                </a:lnTo>
                <a:cubicBezTo>
                  <a:pt x="57498" y="44594"/>
                  <a:pt x="53513" y="40608"/>
                  <a:pt x="53513" y="35675"/>
                </a:cubicBezTo>
                <a:lnTo>
                  <a:pt x="53513" y="1783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20201" y="3475656"/>
            <a:ext cx="2372401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Niveau Tour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0201" y="3689707"/>
            <a:ext cx="2363482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Probabilité de qualification à chaque phase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5831" y="4092837"/>
            <a:ext cx="5269227" cy="613613"/>
          </a:xfrm>
          <a:custGeom>
            <a:avLst/>
            <a:gdLst/>
            <a:ahLst/>
            <a:cxnLst/>
            <a:rect l="l" t="t" r="r" b="b"/>
            <a:pathLst>
              <a:path w="5269227" h="613613">
                <a:moveTo>
                  <a:pt x="71351" y="0"/>
                </a:moveTo>
                <a:lnTo>
                  <a:pt x="5197876" y="0"/>
                </a:lnTo>
                <a:cubicBezTo>
                  <a:pt x="5237282" y="0"/>
                  <a:pt x="5269227" y="31945"/>
                  <a:pt x="5269227" y="71351"/>
                </a:cubicBezTo>
                <a:lnTo>
                  <a:pt x="5269227" y="542262"/>
                </a:lnTo>
                <a:cubicBezTo>
                  <a:pt x="5269227" y="581669"/>
                  <a:pt x="5237282" y="613613"/>
                  <a:pt x="5197876" y="613613"/>
                </a:cubicBezTo>
                <a:lnTo>
                  <a:pt x="71351" y="613613"/>
                </a:lnTo>
                <a:cubicBezTo>
                  <a:pt x="31945" y="613613"/>
                  <a:pt x="0" y="581669"/>
                  <a:pt x="0" y="542262"/>
                </a:cubicBezTo>
                <a:lnTo>
                  <a:pt x="0" y="71351"/>
                </a:lnTo>
                <a:cubicBezTo>
                  <a:pt x="0" y="31945"/>
                  <a:pt x="31945" y="0"/>
                  <a:pt x="7135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424" y="4221269"/>
            <a:ext cx="356752" cy="356752"/>
          </a:xfrm>
          <a:custGeom>
            <a:avLst/>
            <a:gdLst/>
            <a:ahLst/>
            <a:cxnLst/>
            <a:rect l="l" t="t" r="r" b="b"/>
            <a:pathLst>
              <a:path w="356752" h="356752">
                <a:moveTo>
                  <a:pt x="178376" y="0"/>
                </a:moveTo>
                <a:lnTo>
                  <a:pt x="178376" y="0"/>
                </a:lnTo>
                <a:cubicBezTo>
                  <a:pt x="276824" y="0"/>
                  <a:pt x="356752" y="79928"/>
                  <a:pt x="356752" y="178376"/>
                </a:cubicBezTo>
                <a:lnTo>
                  <a:pt x="356752" y="178376"/>
                </a:lnTo>
                <a:cubicBezTo>
                  <a:pt x="356752" y="276824"/>
                  <a:pt x="276824" y="356752"/>
                  <a:pt x="178376" y="356752"/>
                </a:cubicBezTo>
                <a:lnTo>
                  <a:pt x="178376" y="356752"/>
                </a:lnTo>
                <a:cubicBezTo>
                  <a:pt x="79928" y="356752"/>
                  <a:pt x="0" y="276824"/>
                  <a:pt x="0" y="178376"/>
                </a:cubicBezTo>
                <a:lnTo>
                  <a:pt x="0" y="178376"/>
                </a:lnTo>
                <a:cubicBezTo>
                  <a:pt x="0" y="79928"/>
                  <a:pt x="79928" y="0"/>
                  <a:pt x="17837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3449" y="4328294"/>
            <a:ext cx="142701" cy="142701"/>
          </a:xfrm>
          <a:custGeom>
            <a:avLst/>
            <a:gdLst/>
            <a:ahLst/>
            <a:cxnLst/>
            <a:rect l="l" t="t" r="r" b="b"/>
            <a:pathLst>
              <a:path w="142701" h="142701">
                <a:moveTo>
                  <a:pt x="40218" y="0"/>
                </a:moveTo>
                <a:lnTo>
                  <a:pt x="102650" y="0"/>
                </a:lnTo>
                <a:cubicBezTo>
                  <a:pt x="110036" y="0"/>
                  <a:pt x="116056" y="6076"/>
                  <a:pt x="115777" y="13434"/>
                </a:cubicBezTo>
                <a:cubicBezTo>
                  <a:pt x="115721" y="14911"/>
                  <a:pt x="115666" y="16388"/>
                  <a:pt x="115582" y="17838"/>
                </a:cubicBezTo>
                <a:lnTo>
                  <a:pt x="129406" y="17838"/>
                </a:lnTo>
                <a:cubicBezTo>
                  <a:pt x="136681" y="17838"/>
                  <a:pt x="143091" y="23858"/>
                  <a:pt x="142534" y="31717"/>
                </a:cubicBezTo>
                <a:cubicBezTo>
                  <a:pt x="140443" y="60620"/>
                  <a:pt x="125671" y="76507"/>
                  <a:pt x="109646" y="84812"/>
                </a:cubicBezTo>
                <a:cubicBezTo>
                  <a:pt x="105242" y="87098"/>
                  <a:pt x="100755" y="88798"/>
                  <a:pt x="96490" y="90052"/>
                </a:cubicBezTo>
                <a:cubicBezTo>
                  <a:pt x="90860" y="98023"/>
                  <a:pt x="85007" y="102232"/>
                  <a:pt x="80353" y="104489"/>
                </a:cubicBezTo>
                <a:lnTo>
                  <a:pt x="80353" y="124863"/>
                </a:lnTo>
                <a:lnTo>
                  <a:pt x="98190" y="124863"/>
                </a:lnTo>
                <a:cubicBezTo>
                  <a:pt x="103124" y="124863"/>
                  <a:pt x="107109" y="128849"/>
                  <a:pt x="107109" y="133782"/>
                </a:cubicBezTo>
                <a:cubicBezTo>
                  <a:pt x="107109" y="138715"/>
                  <a:pt x="103124" y="142701"/>
                  <a:pt x="98190" y="142701"/>
                </a:cubicBezTo>
                <a:lnTo>
                  <a:pt x="44678" y="142701"/>
                </a:lnTo>
                <a:cubicBezTo>
                  <a:pt x="39744" y="142701"/>
                  <a:pt x="35759" y="138715"/>
                  <a:pt x="35759" y="133782"/>
                </a:cubicBezTo>
                <a:cubicBezTo>
                  <a:pt x="35759" y="128849"/>
                  <a:pt x="39744" y="124863"/>
                  <a:pt x="44678" y="124863"/>
                </a:cubicBezTo>
                <a:lnTo>
                  <a:pt x="62515" y="124863"/>
                </a:lnTo>
                <a:lnTo>
                  <a:pt x="62515" y="104489"/>
                </a:lnTo>
                <a:cubicBezTo>
                  <a:pt x="58056" y="102343"/>
                  <a:pt x="52509" y="98358"/>
                  <a:pt x="47102" y="91028"/>
                </a:cubicBezTo>
                <a:cubicBezTo>
                  <a:pt x="41974" y="89690"/>
                  <a:pt x="36400" y="87655"/>
                  <a:pt x="30965" y="84589"/>
                </a:cubicBezTo>
                <a:cubicBezTo>
                  <a:pt x="15887" y="76144"/>
                  <a:pt x="2285" y="60230"/>
                  <a:pt x="334" y="31662"/>
                </a:cubicBezTo>
                <a:cubicBezTo>
                  <a:pt x="-195" y="23830"/>
                  <a:pt x="6187" y="17810"/>
                  <a:pt x="13462" y="17810"/>
                </a:cubicBezTo>
                <a:lnTo>
                  <a:pt x="27286" y="17810"/>
                </a:lnTo>
                <a:cubicBezTo>
                  <a:pt x="27202" y="16360"/>
                  <a:pt x="27147" y="14911"/>
                  <a:pt x="27091" y="13406"/>
                </a:cubicBezTo>
                <a:cubicBezTo>
                  <a:pt x="26812" y="6020"/>
                  <a:pt x="32832" y="-28"/>
                  <a:pt x="40218" y="-28"/>
                </a:cubicBezTo>
                <a:close/>
                <a:moveTo>
                  <a:pt x="28289" y="31216"/>
                </a:moveTo>
                <a:lnTo>
                  <a:pt x="13685" y="31216"/>
                </a:lnTo>
                <a:cubicBezTo>
                  <a:pt x="15413" y="54823"/>
                  <a:pt x="26255" y="66640"/>
                  <a:pt x="37431" y="72911"/>
                </a:cubicBezTo>
                <a:cubicBezTo>
                  <a:pt x="33418" y="62515"/>
                  <a:pt x="30101" y="48942"/>
                  <a:pt x="28289" y="31216"/>
                </a:cubicBezTo>
                <a:close/>
                <a:moveTo>
                  <a:pt x="105911" y="71573"/>
                </a:moveTo>
                <a:cubicBezTo>
                  <a:pt x="117199" y="64940"/>
                  <a:pt x="127399" y="53150"/>
                  <a:pt x="129128" y="31216"/>
                </a:cubicBezTo>
                <a:lnTo>
                  <a:pt x="114551" y="31216"/>
                </a:lnTo>
                <a:cubicBezTo>
                  <a:pt x="112823" y="48189"/>
                  <a:pt x="109701" y="61372"/>
                  <a:pt x="105911" y="7157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120201" y="4203431"/>
            <a:ext cx="2693478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Niveau Compétition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20201" y="4417482"/>
            <a:ext cx="2684559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Probabilité de remporter la Ligue des Champions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0320" y="5385173"/>
            <a:ext cx="5643817" cy="1113066"/>
          </a:xfrm>
          <a:custGeom>
            <a:avLst/>
            <a:gdLst/>
            <a:ahLst/>
            <a:cxnLst/>
            <a:rect l="l" t="t" r="r" b="b"/>
            <a:pathLst>
              <a:path w="5643817" h="1113066">
                <a:moveTo>
                  <a:pt x="107021" y="0"/>
                </a:moveTo>
                <a:lnTo>
                  <a:pt x="5536796" y="0"/>
                </a:lnTo>
                <a:cubicBezTo>
                  <a:pt x="5595902" y="0"/>
                  <a:pt x="5643817" y="47915"/>
                  <a:pt x="5643817" y="107021"/>
                </a:cubicBezTo>
                <a:lnTo>
                  <a:pt x="5643817" y="1006045"/>
                </a:lnTo>
                <a:cubicBezTo>
                  <a:pt x="5643817" y="1065151"/>
                  <a:pt x="5595902" y="1113066"/>
                  <a:pt x="5536796" y="1113066"/>
                </a:cubicBezTo>
                <a:lnTo>
                  <a:pt x="107021" y="1113066"/>
                </a:lnTo>
                <a:cubicBezTo>
                  <a:pt x="47915" y="1113066"/>
                  <a:pt x="0" y="1065151"/>
                  <a:pt x="0" y="1006045"/>
                </a:cubicBezTo>
                <a:lnTo>
                  <a:pt x="0" y="107021"/>
                </a:lnTo>
                <a:cubicBezTo>
                  <a:pt x="0" y="47955"/>
                  <a:pt x="47955" y="0"/>
                  <a:pt x="10702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7736" y="5567115"/>
            <a:ext cx="200673" cy="178376"/>
          </a:xfrm>
          <a:custGeom>
            <a:avLst/>
            <a:gdLst/>
            <a:ahLst/>
            <a:cxnLst/>
            <a:rect l="l" t="t" r="r" b="b"/>
            <a:pathLst>
              <a:path w="200673" h="178376">
                <a:moveTo>
                  <a:pt x="107827" y="-6585"/>
                </a:moveTo>
                <a:cubicBezTo>
                  <a:pt x="106399" y="-9372"/>
                  <a:pt x="103507" y="-11149"/>
                  <a:pt x="100371" y="-11149"/>
                </a:cubicBezTo>
                <a:cubicBezTo>
                  <a:pt x="97236" y="-11149"/>
                  <a:pt x="94344" y="-9372"/>
                  <a:pt x="92916" y="-6585"/>
                </a:cubicBezTo>
                <a:lnTo>
                  <a:pt x="67274" y="43653"/>
                </a:lnTo>
                <a:lnTo>
                  <a:pt x="11567" y="52502"/>
                </a:lnTo>
                <a:cubicBezTo>
                  <a:pt x="8466" y="52990"/>
                  <a:pt x="5888" y="55185"/>
                  <a:pt x="4912" y="58181"/>
                </a:cubicBezTo>
                <a:cubicBezTo>
                  <a:pt x="3937" y="61177"/>
                  <a:pt x="4738" y="64452"/>
                  <a:pt x="6933" y="66682"/>
                </a:cubicBezTo>
                <a:lnTo>
                  <a:pt x="46789" y="106573"/>
                </a:lnTo>
                <a:lnTo>
                  <a:pt x="38009" y="162280"/>
                </a:lnTo>
                <a:cubicBezTo>
                  <a:pt x="37522" y="165381"/>
                  <a:pt x="38811" y="168517"/>
                  <a:pt x="41354" y="170363"/>
                </a:cubicBezTo>
                <a:cubicBezTo>
                  <a:pt x="43897" y="172209"/>
                  <a:pt x="47242" y="172488"/>
                  <a:pt x="50064" y="171060"/>
                </a:cubicBezTo>
                <a:lnTo>
                  <a:pt x="100371" y="145488"/>
                </a:lnTo>
                <a:lnTo>
                  <a:pt x="150644" y="171060"/>
                </a:lnTo>
                <a:cubicBezTo>
                  <a:pt x="153431" y="172488"/>
                  <a:pt x="156811" y="172209"/>
                  <a:pt x="159354" y="170363"/>
                </a:cubicBezTo>
                <a:cubicBezTo>
                  <a:pt x="161897" y="168517"/>
                  <a:pt x="163186" y="165416"/>
                  <a:pt x="162698" y="162280"/>
                </a:cubicBezTo>
                <a:lnTo>
                  <a:pt x="153884" y="106573"/>
                </a:lnTo>
                <a:lnTo>
                  <a:pt x="193740" y="66682"/>
                </a:lnTo>
                <a:cubicBezTo>
                  <a:pt x="195970" y="64452"/>
                  <a:pt x="196736" y="61177"/>
                  <a:pt x="195761" y="58181"/>
                </a:cubicBezTo>
                <a:cubicBezTo>
                  <a:pt x="194785" y="55185"/>
                  <a:pt x="192242" y="52990"/>
                  <a:pt x="189106" y="52502"/>
                </a:cubicBezTo>
                <a:lnTo>
                  <a:pt x="133434" y="43653"/>
                </a:lnTo>
                <a:lnTo>
                  <a:pt x="107827" y="-658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836583" y="5531440"/>
            <a:ext cx="1534034" cy="249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Valeur Ajoutée Clé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6588" y="5888192"/>
            <a:ext cx="5422631" cy="4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</a:t>
            </a:r>
            <a:pPr>
              <a:lnSpc>
                <a:spcPct val="140000"/>
              </a:lnSpc>
            </a:pPr>
            <a:r>
              <a:rPr lang="en-US" sz="112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probabiliste et explicable</a:t>
            </a:r>
            <a:pPr>
              <a:lnSpc>
                <a:spcPct val="140000"/>
              </a:lnSpc>
            </a:pPr>
            <a:r>
              <a:rPr lang="en-US" sz="1124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permettant de comprendre les facteurs déterminants dans les prédictions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9201" y="1145174"/>
            <a:ext cx="5643817" cy="4448698"/>
          </a:xfrm>
          <a:custGeom>
            <a:avLst/>
            <a:gdLst/>
            <a:ahLst/>
            <a:cxnLst/>
            <a:rect l="l" t="t" r="r" b="b"/>
            <a:pathLst>
              <a:path w="5643817" h="4448698">
                <a:moveTo>
                  <a:pt x="107036" y="0"/>
                </a:moveTo>
                <a:lnTo>
                  <a:pt x="5536781" y="0"/>
                </a:lnTo>
                <a:cubicBezTo>
                  <a:pt x="5595895" y="0"/>
                  <a:pt x="5643817" y="47921"/>
                  <a:pt x="5643817" y="107036"/>
                </a:cubicBezTo>
                <a:lnTo>
                  <a:pt x="5643817" y="4341662"/>
                </a:lnTo>
                <a:cubicBezTo>
                  <a:pt x="5643817" y="4400776"/>
                  <a:pt x="5595895" y="4448698"/>
                  <a:pt x="5536781" y="4448698"/>
                </a:cubicBezTo>
                <a:lnTo>
                  <a:pt x="107036" y="4448698"/>
                </a:lnTo>
                <a:cubicBezTo>
                  <a:pt x="47921" y="4448698"/>
                  <a:pt x="0" y="4400776"/>
                  <a:pt x="0" y="4341662"/>
                </a:cubicBezTo>
                <a:lnTo>
                  <a:pt x="0" y="107036"/>
                </a:lnTo>
                <a:cubicBezTo>
                  <a:pt x="0" y="47961"/>
                  <a:pt x="47961" y="0"/>
                  <a:pt x="10703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71145" y="1327118"/>
            <a:ext cx="499453" cy="499453"/>
          </a:xfrm>
          <a:custGeom>
            <a:avLst/>
            <a:gdLst/>
            <a:ahLst/>
            <a:cxnLst/>
            <a:rect l="l" t="t" r="r" b="b"/>
            <a:pathLst>
              <a:path w="499453" h="499453">
                <a:moveTo>
                  <a:pt x="107028" y="0"/>
                </a:moveTo>
                <a:lnTo>
                  <a:pt x="392425" y="0"/>
                </a:lnTo>
                <a:cubicBezTo>
                  <a:pt x="451495" y="0"/>
                  <a:pt x="499453" y="47958"/>
                  <a:pt x="499453" y="107028"/>
                </a:cubicBezTo>
                <a:lnTo>
                  <a:pt x="499453" y="392425"/>
                </a:lnTo>
                <a:cubicBezTo>
                  <a:pt x="499453" y="451495"/>
                  <a:pt x="451495" y="499453"/>
                  <a:pt x="392425" y="499453"/>
                </a:cubicBezTo>
                <a:lnTo>
                  <a:pt x="107028" y="499453"/>
                </a:lnTo>
                <a:cubicBezTo>
                  <a:pt x="47958" y="499453"/>
                  <a:pt x="0" y="451495"/>
                  <a:pt x="0" y="392425"/>
                </a:cubicBezTo>
                <a:lnTo>
                  <a:pt x="0" y="107028"/>
                </a:lnTo>
                <a:cubicBezTo>
                  <a:pt x="0" y="47958"/>
                  <a:pt x="47958" y="0"/>
                  <a:pt x="107028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5F"/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513846" y="1469819"/>
            <a:ext cx="214051" cy="214051"/>
          </a:xfrm>
          <a:custGeom>
            <a:avLst/>
            <a:gdLst/>
            <a:ahLst/>
            <a:cxnLst/>
            <a:rect l="l" t="t" r="r" b="b"/>
            <a:pathLst>
              <a:path w="214051" h="214051">
                <a:moveTo>
                  <a:pt x="55938" y="15176"/>
                </a:moveTo>
                <a:cubicBezTo>
                  <a:pt x="60495" y="18353"/>
                  <a:pt x="61582" y="24624"/>
                  <a:pt x="58404" y="29139"/>
                </a:cubicBezTo>
                <a:lnTo>
                  <a:pt x="34992" y="62585"/>
                </a:lnTo>
                <a:cubicBezTo>
                  <a:pt x="33278" y="65010"/>
                  <a:pt x="30603" y="66557"/>
                  <a:pt x="27634" y="66807"/>
                </a:cubicBezTo>
                <a:cubicBezTo>
                  <a:pt x="24666" y="67058"/>
                  <a:pt x="21740" y="66055"/>
                  <a:pt x="19649" y="63965"/>
                </a:cubicBezTo>
                <a:lnTo>
                  <a:pt x="2926" y="47242"/>
                </a:lnTo>
                <a:cubicBezTo>
                  <a:pt x="-962" y="43312"/>
                  <a:pt x="-962" y="36957"/>
                  <a:pt x="2926" y="33027"/>
                </a:cubicBezTo>
                <a:cubicBezTo>
                  <a:pt x="6815" y="29098"/>
                  <a:pt x="13211" y="29139"/>
                  <a:pt x="17141" y="33027"/>
                </a:cubicBezTo>
                <a:lnTo>
                  <a:pt x="25419" y="41305"/>
                </a:lnTo>
                <a:lnTo>
                  <a:pt x="41974" y="17643"/>
                </a:lnTo>
                <a:cubicBezTo>
                  <a:pt x="45151" y="13086"/>
                  <a:pt x="51422" y="11999"/>
                  <a:pt x="55938" y="15176"/>
                </a:cubicBezTo>
                <a:close/>
                <a:moveTo>
                  <a:pt x="55938" y="82067"/>
                </a:moveTo>
                <a:cubicBezTo>
                  <a:pt x="60495" y="85244"/>
                  <a:pt x="61582" y="91515"/>
                  <a:pt x="58404" y="96030"/>
                </a:cubicBezTo>
                <a:lnTo>
                  <a:pt x="34992" y="129476"/>
                </a:lnTo>
                <a:cubicBezTo>
                  <a:pt x="33278" y="131901"/>
                  <a:pt x="30603" y="133448"/>
                  <a:pt x="27634" y="133698"/>
                </a:cubicBezTo>
                <a:cubicBezTo>
                  <a:pt x="24666" y="133949"/>
                  <a:pt x="21740" y="132946"/>
                  <a:pt x="19649" y="130856"/>
                </a:cubicBezTo>
                <a:lnTo>
                  <a:pt x="2926" y="114133"/>
                </a:lnTo>
                <a:cubicBezTo>
                  <a:pt x="-1003" y="110203"/>
                  <a:pt x="-1003" y="103848"/>
                  <a:pt x="2926" y="99960"/>
                </a:cubicBezTo>
                <a:cubicBezTo>
                  <a:pt x="6856" y="96072"/>
                  <a:pt x="13211" y="96030"/>
                  <a:pt x="17099" y="99960"/>
                </a:cubicBezTo>
                <a:lnTo>
                  <a:pt x="25377" y="108238"/>
                </a:lnTo>
                <a:lnTo>
                  <a:pt x="41932" y="84575"/>
                </a:lnTo>
                <a:cubicBezTo>
                  <a:pt x="45110" y="80018"/>
                  <a:pt x="51381" y="78931"/>
                  <a:pt x="55896" y="82109"/>
                </a:cubicBezTo>
                <a:close/>
                <a:moveTo>
                  <a:pt x="93647" y="40135"/>
                </a:moveTo>
                <a:cubicBezTo>
                  <a:pt x="93647" y="32735"/>
                  <a:pt x="99626" y="26756"/>
                  <a:pt x="107026" y="26756"/>
                </a:cubicBezTo>
                <a:lnTo>
                  <a:pt x="200673" y="26756"/>
                </a:lnTo>
                <a:cubicBezTo>
                  <a:pt x="208073" y="26756"/>
                  <a:pt x="214051" y="32735"/>
                  <a:pt x="214051" y="40135"/>
                </a:cubicBezTo>
                <a:cubicBezTo>
                  <a:pt x="214051" y="47534"/>
                  <a:pt x="208073" y="53513"/>
                  <a:pt x="200673" y="53513"/>
                </a:cubicBezTo>
                <a:lnTo>
                  <a:pt x="107026" y="53513"/>
                </a:lnTo>
                <a:cubicBezTo>
                  <a:pt x="99626" y="53513"/>
                  <a:pt x="93647" y="47534"/>
                  <a:pt x="93647" y="40135"/>
                </a:cubicBezTo>
                <a:close/>
                <a:moveTo>
                  <a:pt x="93647" y="107026"/>
                </a:moveTo>
                <a:cubicBezTo>
                  <a:pt x="93647" y="99626"/>
                  <a:pt x="99626" y="93647"/>
                  <a:pt x="107026" y="93647"/>
                </a:cubicBezTo>
                <a:lnTo>
                  <a:pt x="200673" y="93647"/>
                </a:lnTo>
                <a:cubicBezTo>
                  <a:pt x="208073" y="93647"/>
                  <a:pt x="214051" y="99626"/>
                  <a:pt x="214051" y="107026"/>
                </a:cubicBezTo>
                <a:cubicBezTo>
                  <a:pt x="214051" y="114425"/>
                  <a:pt x="208073" y="120404"/>
                  <a:pt x="200673" y="120404"/>
                </a:cubicBezTo>
                <a:lnTo>
                  <a:pt x="107026" y="120404"/>
                </a:lnTo>
                <a:cubicBezTo>
                  <a:pt x="99626" y="120404"/>
                  <a:pt x="93647" y="114425"/>
                  <a:pt x="93647" y="107026"/>
                </a:cubicBezTo>
                <a:close/>
                <a:moveTo>
                  <a:pt x="66891" y="173917"/>
                </a:moveTo>
                <a:cubicBezTo>
                  <a:pt x="66891" y="166517"/>
                  <a:pt x="72869" y="160538"/>
                  <a:pt x="80269" y="160538"/>
                </a:cubicBezTo>
                <a:lnTo>
                  <a:pt x="200673" y="160538"/>
                </a:lnTo>
                <a:cubicBezTo>
                  <a:pt x="208073" y="160538"/>
                  <a:pt x="214051" y="166517"/>
                  <a:pt x="214051" y="173917"/>
                </a:cubicBezTo>
                <a:cubicBezTo>
                  <a:pt x="214051" y="181316"/>
                  <a:pt x="208073" y="187295"/>
                  <a:pt x="200673" y="187295"/>
                </a:cubicBezTo>
                <a:lnTo>
                  <a:pt x="80269" y="187295"/>
                </a:lnTo>
                <a:cubicBezTo>
                  <a:pt x="72869" y="187295"/>
                  <a:pt x="66891" y="181316"/>
                  <a:pt x="66891" y="173917"/>
                </a:cubicBezTo>
                <a:close/>
                <a:moveTo>
                  <a:pt x="26756" y="157194"/>
                </a:moveTo>
                <a:cubicBezTo>
                  <a:pt x="35986" y="157194"/>
                  <a:pt x="43479" y="164687"/>
                  <a:pt x="43479" y="173917"/>
                </a:cubicBezTo>
                <a:cubicBezTo>
                  <a:pt x="43479" y="183146"/>
                  <a:pt x="35986" y="190639"/>
                  <a:pt x="26756" y="190639"/>
                </a:cubicBezTo>
                <a:cubicBezTo>
                  <a:pt x="17527" y="190639"/>
                  <a:pt x="10034" y="183146"/>
                  <a:pt x="10034" y="173917"/>
                </a:cubicBezTo>
                <a:cubicBezTo>
                  <a:pt x="10034" y="164687"/>
                  <a:pt x="17527" y="157194"/>
                  <a:pt x="26756" y="1571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977624" y="1434144"/>
            <a:ext cx="2176187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Secondaires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1145" y="1969272"/>
            <a:ext cx="5279930" cy="874042"/>
          </a:xfrm>
          <a:custGeom>
            <a:avLst/>
            <a:gdLst/>
            <a:ahLst/>
            <a:cxnLst/>
            <a:rect l="l" t="t" r="r" b="b"/>
            <a:pathLst>
              <a:path w="5279930" h="874042">
                <a:moveTo>
                  <a:pt x="71348" y="0"/>
                </a:moveTo>
                <a:lnTo>
                  <a:pt x="5208582" y="0"/>
                </a:lnTo>
                <a:cubicBezTo>
                  <a:pt x="5247986" y="0"/>
                  <a:pt x="5279930" y="31944"/>
                  <a:pt x="5279930" y="71348"/>
                </a:cubicBezTo>
                <a:lnTo>
                  <a:pt x="5279930" y="802694"/>
                </a:lnTo>
                <a:cubicBezTo>
                  <a:pt x="5279930" y="842099"/>
                  <a:pt x="5247986" y="874042"/>
                  <a:pt x="5208582" y="874042"/>
                </a:cubicBezTo>
                <a:lnTo>
                  <a:pt x="71348" y="874042"/>
                </a:lnTo>
                <a:cubicBezTo>
                  <a:pt x="31970" y="874042"/>
                  <a:pt x="0" y="842072"/>
                  <a:pt x="0" y="802694"/>
                </a:cubicBezTo>
                <a:lnTo>
                  <a:pt x="0" y="71348"/>
                </a:lnTo>
                <a:cubicBezTo>
                  <a:pt x="0" y="31944"/>
                  <a:pt x="31944" y="0"/>
                  <a:pt x="71348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78171" y="2076297"/>
            <a:ext cx="285402" cy="285402"/>
          </a:xfrm>
          <a:custGeom>
            <a:avLst/>
            <a:gdLst/>
            <a:ahLst/>
            <a:cxnLst/>
            <a:rect l="l" t="t" r="r" b="b"/>
            <a:pathLst>
              <a:path w="285402" h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955" y="2076297"/>
            <a:ext cx="347833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70598" y="2076297"/>
            <a:ext cx="4744802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Identifier les Facteurs Clés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70598" y="2326024"/>
            <a:ext cx="4735883" cy="41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Déterminer les variables les plus influentes dans la performance d'une équipe via l'analyse de feature importance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1145" y="2945880"/>
            <a:ext cx="5279930" cy="874042"/>
          </a:xfrm>
          <a:custGeom>
            <a:avLst/>
            <a:gdLst/>
            <a:ahLst/>
            <a:cxnLst/>
            <a:rect l="l" t="t" r="r" b="b"/>
            <a:pathLst>
              <a:path w="5279930" h="874042">
                <a:moveTo>
                  <a:pt x="71348" y="0"/>
                </a:moveTo>
                <a:lnTo>
                  <a:pt x="5208582" y="0"/>
                </a:lnTo>
                <a:cubicBezTo>
                  <a:pt x="5247986" y="0"/>
                  <a:pt x="5279930" y="31944"/>
                  <a:pt x="5279930" y="71348"/>
                </a:cubicBezTo>
                <a:lnTo>
                  <a:pt x="5279930" y="802694"/>
                </a:lnTo>
                <a:cubicBezTo>
                  <a:pt x="5279930" y="842099"/>
                  <a:pt x="5247986" y="874042"/>
                  <a:pt x="5208582" y="874042"/>
                </a:cubicBezTo>
                <a:lnTo>
                  <a:pt x="71348" y="874042"/>
                </a:lnTo>
                <a:cubicBezTo>
                  <a:pt x="31970" y="874042"/>
                  <a:pt x="0" y="842072"/>
                  <a:pt x="0" y="802694"/>
                </a:cubicBezTo>
                <a:lnTo>
                  <a:pt x="0" y="71348"/>
                </a:lnTo>
                <a:cubicBezTo>
                  <a:pt x="0" y="31944"/>
                  <a:pt x="31944" y="0"/>
                  <a:pt x="71348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8171" y="3052906"/>
            <a:ext cx="285402" cy="285402"/>
          </a:xfrm>
          <a:custGeom>
            <a:avLst/>
            <a:gdLst/>
            <a:ahLst/>
            <a:cxnLst/>
            <a:rect l="l" t="t" r="r" b="b"/>
            <a:pathLst>
              <a:path w="285402" h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955" y="3052906"/>
            <a:ext cx="347833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70598" y="3052906"/>
            <a:ext cx="4744802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Analyser l'Évolution des Performances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70598" y="3302632"/>
            <a:ext cx="4735883" cy="410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Suivre la progression des équipes au cours de la saison avec des métriques temporelles avancées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1145" y="3922489"/>
            <a:ext cx="5279930" cy="668910"/>
          </a:xfrm>
          <a:custGeom>
            <a:avLst/>
            <a:gdLst/>
            <a:ahLst/>
            <a:cxnLst/>
            <a:rect l="l" t="t" r="r" b="b"/>
            <a:pathLst>
              <a:path w="5279930" h="668910">
                <a:moveTo>
                  <a:pt x="71353" y="0"/>
                </a:moveTo>
                <a:lnTo>
                  <a:pt x="5208577" y="0"/>
                </a:lnTo>
                <a:cubicBezTo>
                  <a:pt x="5247984" y="0"/>
                  <a:pt x="5279930" y="31946"/>
                  <a:pt x="5279930" y="71353"/>
                </a:cubicBezTo>
                <a:lnTo>
                  <a:pt x="5279930" y="597557"/>
                </a:lnTo>
                <a:cubicBezTo>
                  <a:pt x="5279930" y="636964"/>
                  <a:pt x="5247984" y="668910"/>
                  <a:pt x="5208577" y="668910"/>
                </a:cubicBezTo>
                <a:lnTo>
                  <a:pt x="71353" y="668910"/>
                </a:lnTo>
                <a:cubicBezTo>
                  <a:pt x="31946" y="668910"/>
                  <a:pt x="0" y="636964"/>
                  <a:pt x="0" y="597557"/>
                </a:cubicBezTo>
                <a:lnTo>
                  <a:pt x="0" y="71353"/>
                </a:lnTo>
                <a:cubicBezTo>
                  <a:pt x="0" y="31972"/>
                  <a:pt x="31972" y="0"/>
                  <a:pt x="7135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78171" y="4029514"/>
            <a:ext cx="285402" cy="285402"/>
          </a:xfrm>
          <a:custGeom>
            <a:avLst/>
            <a:gdLst/>
            <a:ahLst/>
            <a:cxnLst/>
            <a:rect l="l" t="t" r="r" b="b"/>
            <a:pathLst>
              <a:path w="285402" h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955" y="4029514"/>
            <a:ext cx="347833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70598" y="4029514"/>
            <a:ext cx="4370212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Comparer les Équipes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70598" y="4279241"/>
            <a:ext cx="4361293" cy="20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Établir des comparaisons sur des indicateurs avancés (xG, PPDA, PSxG, forme...)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71145" y="4696195"/>
            <a:ext cx="5279930" cy="668910"/>
          </a:xfrm>
          <a:custGeom>
            <a:avLst/>
            <a:gdLst/>
            <a:ahLst/>
            <a:cxnLst/>
            <a:rect l="l" t="t" r="r" b="b"/>
            <a:pathLst>
              <a:path w="5279930" h="668910">
                <a:moveTo>
                  <a:pt x="71353" y="0"/>
                </a:moveTo>
                <a:lnTo>
                  <a:pt x="5208577" y="0"/>
                </a:lnTo>
                <a:cubicBezTo>
                  <a:pt x="5247984" y="0"/>
                  <a:pt x="5279930" y="31946"/>
                  <a:pt x="5279930" y="71353"/>
                </a:cubicBezTo>
                <a:lnTo>
                  <a:pt x="5279930" y="597557"/>
                </a:lnTo>
                <a:cubicBezTo>
                  <a:pt x="5279930" y="636964"/>
                  <a:pt x="5247984" y="668910"/>
                  <a:pt x="5208577" y="668910"/>
                </a:cubicBezTo>
                <a:lnTo>
                  <a:pt x="71353" y="668910"/>
                </a:lnTo>
                <a:cubicBezTo>
                  <a:pt x="31946" y="668910"/>
                  <a:pt x="0" y="636964"/>
                  <a:pt x="0" y="597557"/>
                </a:cubicBezTo>
                <a:lnTo>
                  <a:pt x="0" y="71353"/>
                </a:lnTo>
                <a:cubicBezTo>
                  <a:pt x="0" y="31972"/>
                  <a:pt x="31972" y="0"/>
                  <a:pt x="7135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8171" y="4803220"/>
            <a:ext cx="285402" cy="285402"/>
          </a:xfrm>
          <a:custGeom>
            <a:avLst/>
            <a:gdLst/>
            <a:ahLst/>
            <a:cxnLst/>
            <a:rect l="l" t="t" r="r" b="b"/>
            <a:pathLst>
              <a:path w="285402" h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446955" y="4803220"/>
            <a:ext cx="347833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70598" y="4803220"/>
            <a:ext cx="4566426" cy="21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Fournir une Solution Explicable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70598" y="5052947"/>
            <a:ext cx="4557507" cy="205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Développer un système data-driven interprétable avec SHAP et analyse de features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89201" y="5741925"/>
            <a:ext cx="2763044" cy="756314"/>
          </a:xfrm>
          <a:custGeom>
            <a:avLst/>
            <a:gdLst/>
            <a:ahLst/>
            <a:cxnLst/>
            <a:rect l="l" t="t" r="r" b="b"/>
            <a:pathLst>
              <a:path w="2763044" h="756314">
                <a:moveTo>
                  <a:pt x="71351" y="0"/>
                </a:moveTo>
                <a:lnTo>
                  <a:pt x="2691694" y="0"/>
                </a:lnTo>
                <a:cubicBezTo>
                  <a:pt x="2731100" y="0"/>
                  <a:pt x="2763044" y="31945"/>
                  <a:pt x="2763044" y="71351"/>
                </a:cubicBezTo>
                <a:lnTo>
                  <a:pt x="2763044" y="684964"/>
                </a:lnTo>
                <a:cubicBezTo>
                  <a:pt x="2763044" y="724369"/>
                  <a:pt x="2731100" y="756314"/>
                  <a:pt x="2691694" y="756314"/>
                </a:cubicBezTo>
                <a:lnTo>
                  <a:pt x="71351" y="756314"/>
                </a:lnTo>
                <a:cubicBezTo>
                  <a:pt x="31971" y="756314"/>
                  <a:pt x="0" y="724343"/>
                  <a:pt x="0" y="684964"/>
                </a:cubicBezTo>
                <a:lnTo>
                  <a:pt x="0" y="71351"/>
                </a:lnTo>
                <a:cubicBezTo>
                  <a:pt x="0" y="31945"/>
                  <a:pt x="31945" y="0"/>
                  <a:pt x="7135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2904" y="5852516"/>
            <a:ext cx="2675640" cy="321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7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268579" y="6209268"/>
            <a:ext cx="260429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Niveaux de Prédiction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67967" y="5741925"/>
            <a:ext cx="2763044" cy="756314"/>
          </a:xfrm>
          <a:custGeom>
            <a:avLst/>
            <a:gdLst/>
            <a:ahLst/>
            <a:cxnLst/>
            <a:rect l="l" t="t" r="r" b="b"/>
            <a:pathLst>
              <a:path w="2763044" h="756314">
                <a:moveTo>
                  <a:pt x="71351" y="0"/>
                </a:moveTo>
                <a:lnTo>
                  <a:pt x="2691694" y="0"/>
                </a:lnTo>
                <a:cubicBezTo>
                  <a:pt x="2731100" y="0"/>
                  <a:pt x="2763044" y="31945"/>
                  <a:pt x="2763044" y="71351"/>
                </a:cubicBezTo>
                <a:lnTo>
                  <a:pt x="2763044" y="684964"/>
                </a:lnTo>
                <a:cubicBezTo>
                  <a:pt x="2763044" y="724369"/>
                  <a:pt x="2731100" y="756314"/>
                  <a:pt x="2691694" y="756314"/>
                </a:cubicBezTo>
                <a:lnTo>
                  <a:pt x="71351" y="756314"/>
                </a:lnTo>
                <a:cubicBezTo>
                  <a:pt x="31971" y="756314"/>
                  <a:pt x="0" y="724343"/>
                  <a:pt x="0" y="684964"/>
                </a:cubicBezTo>
                <a:lnTo>
                  <a:pt x="0" y="71351"/>
                </a:lnTo>
                <a:cubicBezTo>
                  <a:pt x="0" y="31945"/>
                  <a:pt x="31945" y="0"/>
                  <a:pt x="7135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11669" y="5852516"/>
            <a:ext cx="2675640" cy="321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07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47345" y="6209268"/>
            <a:ext cx="2604290" cy="178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3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Objectifs Secondaires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2365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du Marché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2452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Étude de l'Existant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19175"/>
            <a:ext cx="5689600" cy="3451225"/>
          </a:xfrm>
          <a:custGeom>
            <a:avLst/>
            <a:gdLst/>
            <a:ahLst/>
            <a:cxnLst/>
            <a:rect l="l" t="t" r="r" b="b"/>
            <a:pathLst>
              <a:path w="5689600" h="3451225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3355971"/>
                </a:lnTo>
                <a:cubicBezTo>
                  <a:pt x="5689600" y="3408578"/>
                  <a:pt x="5646953" y="3451225"/>
                  <a:pt x="5594346" y="3451225"/>
                </a:cubicBezTo>
                <a:lnTo>
                  <a:pt x="95254" y="3451225"/>
                </a:lnTo>
                <a:cubicBezTo>
                  <a:pt x="42647" y="3451225"/>
                  <a:pt x="0" y="3408578"/>
                  <a:pt x="0" y="3355971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1181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3725" y="12922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58850" y="1244600"/>
            <a:ext cx="1793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Solutions Existantes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5775" y="1692275"/>
            <a:ext cx="5364163" cy="633413"/>
          </a:xfrm>
          <a:custGeom>
            <a:avLst/>
            <a:gdLst/>
            <a:ahLst/>
            <a:cxnLst/>
            <a:rect l="l" t="t" r="r" b="b"/>
            <a:pathLst>
              <a:path w="5364163" h="633413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69913"/>
                </a:lnTo>
                <a:cubicBezTo>
                  <a:pt x="5364163" y="604983"/>
                  <a:pt x="5335733" y="633413"/>
                  <a:pt x="5300663" y="633413"/>
                </a:cubicBezTo>
                <a:lnTo>
                  <a:pt x="63500" y="633413"/>
                </a:lnTo>
                <a:cubicBezTo>
                  <a:pt x="28453" y="633413"/>
                  <a:pt x="0" y="604959"/>
                  <a:pt x="0" y="56991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0075" y="18224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06450" y="1790701"/>
            <a:ext cx="113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Modèles Elo Rating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200" y="2044701"/>
            <a:ext cx="5222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Systèmes de classement basés sur la performance historique et la force relative des équipes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5775" y="2425304"/>
            <a:ext cx="5364163" cy="633413"/>
          </a:xfrm>
          <a:custGeom>
            <a:avLst/>
            <a:gdLst/>
            <a:ahLst/>
            <a:cxnLst/>
            <a:rect l="l" t="t" r="r" b="b"/>
            <a:pathLst>
              <a:path w="5364163" h="633413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69913"/>
                </a:lnTo>
                <a:cubicBezTo>
                  <a:pt x="5364163" y="604983"/>
                  <a:pt x="5335733" y="633413"/>
                  <a:pt x="5300663" y="633413"/>
                </a:cubicBezTo>
                <a:lnTo>
                  <a:pt x="63500" y="633413"/>
                </a:lnTo>
                <a:cubicBezTo>
                  <a:pt x="28453" y="633413"/>
                  <a:pt x="0" y="604959"/>
                  <a:pt x="0" y="56991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0075" y="255547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87288" y="69453"/>
                </a:moveTo>
                <a:lnTo>
                  <a:pt x="39936" y="69453"/>
                </a:lnTo>
                <a:cubicBezTo>
                  <a:pt x="40655" y="85452"/>
                  <a:pt x="44202" y="100186"/>
                  <a:pt x="49237" y="110976"/>
                </a:cubicBezTo>
                <a:cubicBezTo>
                  <a:pt x="52065" y="117053"/>
                  <a:pt x="55116" y="121345"/>
                  <a:pt x="57944" y="123974"/>
                </a:cubicBezTo>
                <a:cubicBezTo>
                  <a:pt x="60722" y="126578"/>
                  <a:pt x="62632" y="127000"/>
                  <a:pt x="63624" y="127000"/>
                </a:cubicBezTo>
                <a:cubicBezTo>
                  <a:pt x="64616" y="127000"/>
                  <a:pt x="66526" y="126578"/>
                  <a:pt x="69304" y="123974"/>
                </a:cubicBezTo>
                <a:cubicBezTo>
                  <a:pt x="72132" y="121345"/>
                  <a:pt x="75183" y="117029"/>
                  <a:pt x="78011" y="110976"/>
                </a:cubicBezTo>
                <a:cubicBezTo>
                  <a:pt x="83046" y="100186"/>
                  <a:pt x="86593" y="85452"/>
                  <a:pt x="87313" y="69453"/>
                </a:cubicBezTo>
                <a:close/>
                <a:moveTo>
                  <a:pt x="39911" y="57547"/>
                </a:moveTo>
                <a:lnTo>
                  <a:pt x="87263" y="57547"/>
                </a:lnTo>
                <a:cubicBezTo>
                  <a:pt x="86568" y="41548"/>
                  <a:pt x="83021" y="26814"/>
                  <a:pt x="77986" y="16024"/>
                </a:cubicBezTo>
                <a:cubicBezTo>
                  <a:pt x="75158" y="9971"/>
                  <a:pt x="72107" y="5655"/>
                  <a:pt x="69279" y="3026"/>
                </a:cubicBezTo>
                <a:cubicBezTo>
                  <a:pt x="66501" y="422"/>
                  <a:pt x="64591" y="0"/>
                  <a:pt x="63599" y="0"/>
                </a:cubicBezTo>
                <a:cubicBezTo>
                  <a:pt x="62607" y="0"/>
                  <a:pt x="60697" y="422"/>
                  <a:pt x="57919" y="3026"/>
                </a:cubicBezTo>
                <a:cubicBezTo>
                  <a:pt x="55091" y="5655"/>
                  <a:pt x="52040" y="9971"/>
                  <a:pt x="49212" y="16024"/>
                </a:cubicBezTo>
                <a:cubicBezTo>
                  <a:pt x="44177" y="26814"/>
                  <a:pt x="40630" y="41548"/>
                  <a:pt x="39911" y="57547"/>
                </a:cubicBezTo>
                <a:close/>
                <a:moveTo>
                  <a:pt x="28004" y="57547"/>
                </a:moveTo>
                <a:cubicBezTo>
                  <a:pt x="28873" y="36314"/>
                  <a:pt x="34354" y="16594"/>
                  <a:pt x="42366" y="3646"/>
                </a:cubicBezTo>
                <a:cubicBezTo>
                  <a:pt x="19521" y="11733"/>
                  <a:pt x="2704" y="32544"/>
                  <a:pt x="372" y="57547"/>
                </a:cubicBezTo>
                <a:lnTo>
                  <a:pt x="28004" y="57547"/>
                </a:lnTo>
                <a:close/>
                <a:moveTo>
                  <a:pt x="372" y="69453"/>
                </a:moveTo>
                <a:cubicBezTo>
                  <a:pt x="2704" y="94456"/>
                  <a:pt x="19521" y="115267"/>
                  <a:pt x="42366" y="123354"/>
                </a:cubicBezTo>
                <a:cubicBezTo>
                  <a:pt x="34354" y="110406"/>
                  <a:pt x="28873" y="90686"/>
                  <a:pt x="28004" y="69453"/>
                </a:cubicBezTo>
                <a:lnTo>
                  <a:pt x="372" y="69453"/>
                </a:lnTo>
                <a:close/>
                <a:moveTo>
                  <a:pt x="99194" y="69453"/>
                </a:moveTo>
                <a:cubicBezTo>
                  <a:pt x="98326" y="90686"/>
                  <a:pt x="92844" y="110406"/>
                  <a:pt x="84832" y="123354"/>
                </a:cubicBezTo>
                <a:cubicBezTo>
                  <a:pt x="107677" y="115243"/>
                  <a:pt x="124495" y="94456"/>
                  <a:pt x="126826" y="69453"/>
                </a:cubicBezTo>
                <a:lnTo>
                  <a:pt x="99194" y="69453"/>
                </a:lnTo>
                <a:close/>
                <a:moveTo>
                  <a:pt x="126826" y="57547"/>
                </a:moveTo>
                <a:cubicBezTo>
                  <a:pt x="124495" y="32544"/>
                  <a:pt x="107677" y="11733"/>
                  <a:pt x="84832" y="3646"/>
                </a:cubicBezTo>
                <a:cubicBezTo>
                  <a:pt x="92844" y="16594"/>
                  <a:pt x="98326" y="36314"/>
                  <a:pt x="99194" y="57547"/>
                </a:cubicBezTo>
                <a:lnTo>
                  <a:pt x="126826" y="5754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06450" y="2523728"/>
            <a:ext cx="146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Plateformes Spécialisées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4200" y="2777728"/>
            <a:ext cx="5222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FiveThirtyEight, Opta, StatsBomb - analyses statistiques avancées et prédictions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5775" y="3158331"/>
            <a:ext cx="5364163" cy="633413"/>
          </a:xfrm>
          <a:custGeom>
            <a:avLst/>
            <a:gdLst/>
            <a:ahLst/>
            <a:cxnLst/>
            <a:rect l="l" t="t" r="r" b="b"/>
            <a:pathLst>
              <a:path w="5364163" h="633413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69913"/>
                </a:lnTo>
                <a:cubicBezTo>
                  <a:pt x="5364163" y="604983"/>
                  <a:pt x="5335733" y="633413"/>
                  <a:pt x="5300663" y="633413"/>
                </a:cubicBezTo>
                <a:lnTo>
                  <a:pt x="63500" y="633413"/>
                </a:lnTo>
                <a:cubicBezTo>
                  <a:pt x="28453" y="633413"/>
                  <a:pt x="0" y="604959"/>
                  <a:pt x="0" y="56991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950" y="3288507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23812" y="15875"/>
                </a:moveTo>
                <a:lnTo>
                  <a:pt x="71438" y="15875"/>
                </a:lnTo>
                <a:cubicBezTo>
                  <a:pt x="75828" y="15875"/>
                  <a:pt x="79375" y="19422"/>
                  <a:pt x="79375" y="23812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23812" y="39688"/>
                </a:lnTo>
                <a:cubicBezTo>
                  <a:pt x="19422" y="39688"/>
                  <a:pt x="15875" y="36140"/>
                  <a:pt x="15875" y="31750"/>
                </a:cubicBezTo>
                <a:lnTo>
                  <a:pt x="15875" y="23812"/>
                </a:lnTo>
                <a:cubicBezTo>
                  <a:pt x="15875" y="19422"/>
                  <a:pt x="19422" y="15875"/>
                  <a:pt x="23812" y="15875"/>
                </a:cubicBezTo>
                <a:close/>
                <a:moveTo>
                  <a:pt x="27781" y="57547"/>
                </a:moveTo>
                <a:cubicBezTo>
                  <a:pt x="27781" y="60832"/>
                  <a:pt x="25114" y="63500"/>
                  <a:pt x="21828" y="63500"/>
                </a:cubicBezTo>
                <a:cubicBezTo>
                  <a:pt x="18543" y="63500"/>
                  <a:pt x="15875" y="60832"/>
                  <a:pt x="15875" y="57547"/>
                </a:cubicBezTo>
                <a:cubicBezTo>
                  <a:pt x="15875" y="54261"/>
                  <a:pt x="18543" y="51594"/>
                  <a:pt x="21828" y="51594"/>
                </a:cubicBezTo>
                <a:cubicBezTo>
                  <a:pt x="25114" y="51594"/>
                  <a:pt x="27781" y="54261"/>
                  <a:pt x="27781" y="57547"/>
                </a:cubicBezTo>
                <a:close/>
                <a:moveTo>
                  <a:pt x="47625" y="63500"/>
                </a:moveTo>
                <a:cubicBezTo>
                  <a:pt x="44339" y="63500"/>
                  <a:pt x="41672" y="60832"/>
                  <a:pt x="41672" y="57547"/>
                </a:cubicBezTo>
                <a:cubicBezTo>
                  <a:pt x="41672" y="54261"/>
                  <a:pt x="44339" y="51594"/>
                  <a:pt x="47625" y="51594"/>
                </a:cubicBezTo>
                <a:cubicBezTo>
                  <a:pt x="50911" y="51594"/>
                  <a:pt x="53578" y="54261"/>
                  <a:pt x="53578" y="57547"/>
                </a:cubicBezTo>
                <a:cubicBezTo>
                  <a:pt x="53578" y="60832"/>
                  <a:pt x="50911" y="63500"/>
                  <a:pt x="47625" y="63500"/>
                </a:cubicBezTo>
                <a:close/>
                <a:moveTo>
                  <a:pt x="79375" y="57547"/>
                </a:moveTo>
                <a:cubicBezTo>
                  <a:pt x="79375" y="60832"/>
                  <a:pt x="76707" y="63500"/>
                  <a:pt x="73422" y="63500"/>
                </a:cubicBezTo>
                <a:cubicBezTo>
                  <a:pt x="70136" y="63500"/>
                  <a:pt x="67469" y="60832"/>
                  <a:pt x="67469" y="57547"/>
                </a:cubicBezTo>
                <a:cubicBezTo>
                  <a:pt x="67469" y="54261"/>
                  <a:pt x="70136" y="51594"/>
                  <a:pt x="73422" y="51594"/>
                </a:cubicBezTo>
                <a:cubicBezTo>
                  <a:pt x="76707" y="51594"/>
                  <a:pt x="79375" y="54261"/>
                  <a:pt x="79375" y="57547"/>
                </a:cubicBezTo>
                <a:close/>
                <a:moveTo>
                  <a:pt x="21828" y="87313"/>
                </a:moveTo>
                <a:cubicBezTo>
                  <a:pt x="18543" y="87313"/>
                  <a:pt x="15875" y="84645"/>
                  <a:pt x="15875" y="81359"/>
                </a:cubicBezTo>
                <a:cubicBezTo>
                  <a:pt x="15875" y="78074"/>
                  <a:pt x="18543" y="75406"/>
                  <a:pt x="21828" y="75406"/>
                </a:cubicBezTo>
                <a:cubicBezTo>
                  <a:pt x="25114" y="75406"/>
                  <a:pt x="27781" y="78074"/>
                  <a:pt x="27781" y="81359"/>
                </a:cubicBezTo>
                <a:cubicBezTo>
                  <a:pt x="27781" y="84645"/>
                  <a:pt x="25114" y="87313"/>
                  <a:pt x="21828" y="87313"/>
                </a:cubicBezTo>
                <a:close/>
                <a:moveTo>
                  <a:pt x="53578" y="81359"/>
                </a:moveTo>
                <a:cubicBezTo>
                  <a:pt x="53578" y="84645"/>
                  <a:pt x="50911" y="87313"/>
                  <a:pt x="47625" y="87313"/>
                </a:cubicBezTo>
                <a:cubicBezTo>
                  <a:pt x="44339" y="87313"/>
                  <a:pt x="41672" y="84645"/>
                  <a:pt x="41672" y="81359"/>
                </a:cubicBezTo>
                <a:cubicBezTo>
                  <a:pt x="41672" y="78074"/>
                  <a:pt x="44339" y="75406"/>
                  <a:pt x="47625" y="75406"/>
                </a:cubicBezTo>
                <a:cubicBezTo>
                  <a:pt x="50911" y="75406"/>
                  <a:pt x="53578" y="78074"/>
                  <a:pt x="53578" y="81359"/>
                </a:cubicBezTo>
                <a:close/>
                <a:moveTo>
                  <a:pt x="73422" y="87313"/>
                </a:moveTo>
                <a:cubicBezTo>
                  <a:pt x="70136" y="87313"/>
                  <a:pt x="67469" y="84645"/>
                  <a:pt x="67469" y="81359"/>
                </a:cubicBezTo>
                <a:cubicBezTo>
                  <a:pt x="67469" y="78074"/>
                  <a:pt x="70136" y="75406"/>
                  <a:pt x="73422" y="75406"/>
                </a:cubicBezTo>
                <a:cubicBezTo>
                  <a:pt x="76707" y="75406"/>
                  <a:pt x="79375" y="78074"/>
                  <a:pt x="79375" y="81359"/>
                </a:cubicBezTo>
                <a:cubicBezTo>
                  <a:pt x="79375" y="84645"/>
                  <a:pt x="76707" y="87313"/>
                  <a:pt x="73422" y="87313"/>
                </a:cubicBezTo>
                <a:close/>
                <a:moveTo>
                  <a:pt x="15875" y="105172"/>
                </a:moveTo>
                <a:cubicBezTo>
                  <a:pt x="15875" y="101873"/>
                  <a:pt x="18529" y="99219"/>
                  <a:pt x="21828" y="99219"/>
                </a:cubicBezTo>
                <a:lnTo>
                  <a:pt x="49609" y="99219"/>
                </a:lnTo>
                <a:cubicBezTo>
                  <a:pt x="52908" y="99219"/>
                  <a:pt x="55563" y="101873"/>
                  <a:pt x="55563" y="105172"/>
                </a:cubicBezTo>
                <a:cubicBezTo>
                  <a:pt x="55563" y="108471"/>
                  <a:pt x="52908" y="111125"/>
                  <a:pt x="49609" y="111125"/>
                </a:cubicBezTo>
                <a:lnTo>
                  <a:pt x="21828" y="111125"/>
                </a:lnTo>
                <a:cubicBezTo>
                  <a:pt x="18529" y="111125"/>
                  <a:pt x="15875" y="108471"/>
                  <a:pt x="15875" y="105172"/>
                </a:cubicBezTo>
                <a:close/>
                <a:moveTo>
                  <a:pt x="73422" y="99219"/>
                </a:moveTo>
                <a:cubicBezTo>
                  <a:pt x="76721" y="99219"/>
                  <a:pt x="79375" y="101873"/>
                  <a:pt x="79375" y="105172"/>
                </a:cubicBezTo>
                <a:cubicBezTo>
                  <a:pt x="79375" y="108471"/>
                  <a:pt x="76721" y="111125"/>
                  <a:pt x="73422" y="111125"/>
                </a:cubicBezTo>
                <a:cubicBezTo>
                  <a:pt x="70123" y="111125"/>
                  <a:pt x="67469" y="108471"/>
                  <a:pt x="67469" y="105172"/>
                </a:cubicBezTo>
                <a:cubicBezTo>
                  <a:pt x="67469" y="101873"/>
                  <a:pt x="70123" y="99219"/>
                  <a:pt x="73422" y="992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806450" y="3256757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Modèles Statistiques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4200" y="3510757"/>
            <a:ext cx="5222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 de Poisson, régression logistique pour la prédiction de résultats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8550" y="1019175"/>
            <a:ext cx="5689600" cy="3451225"/>
          </a:xfrm>
          <a:custGeom>
            <a:avLst/>
            <a:gdLst/>
            <a:ahLst/>
            <a:cxnLst/>
            <a:rect l="l" t="t" r="r" b="b"/>
            <a:pathLst>
              <a:path w="5689600" h="3451225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3355971"/>
                </a:lnTo>
                <a:cubicBezTo>
                  <a:pt x="5689600" y="3408578"/>
                  <a:pt x="5646953" y="3451225"/>
                  <a:pt x="5594346" y="3451225"/>
                </a:cubicBezTo>
                <a:lnTo>
                  <a:pt x="95254" y="3451225"/>
                </a:lnTo>
                <a:cubicBezTo>
                  <a:pt x="42647" y="3451225"/>
                  <a:pt x="0" y="3408578"/>
                  <a:pt x="0" y="3355971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EF4444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40475" y="1181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51600" y="12922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816725" y="1244600"/>
            <a:ext cx="1531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43650" y="1692275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57950" y="18224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696075" y="1790701"/>
            <a:ext cx="426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Manque d'Explicabilité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96075" y="2012951"/>
            <a:ext cx="425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modèles agissent comme des boîtes noires sans expliquer les facteurs déterminants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43650" y="2371726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7950" y="25019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696075" y="2470150"/>
            <a:ext cx="363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Intégration BI Incomplète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96075" y="2692400"/>
            <a:ext cx="3627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Absence de dashboard interactif et de visualisation décisionnelle complète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43650" y="3051175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57950" y="31813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696075" y="3149600"/>
            <a:ext cx="334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Métriques Avancées Limitées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96075" y="3371850"/>
            <a:ext cx="334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Peu de prise en compte des métriques modernes (xG, PPDA, PSxG...)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43650" y="3730626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7950" y="386080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41424" y="41424"/>
                </a:moveTo>
                <a:cubicBezTo>
                  <a:pt x="43755" y="39092"/>
                  <a:pt x="47526" y="39092"/>
                  <a:pt x="49833" y="41424"/>
                </a:cubicBezTo>
                <a:lnTo>
                  <a:pt x="63475" y="55066"/>
                </a:lnTo>
                <a:lnTo>
                  <a:pt x="77118" y="41424"/>
                </a:lnTo>
                <a:cubicBezTo>
                  <a:pt x="79449" y="39092"/>
                  <a:pt x="83220" y="39092"/>
                  <a:pt x="85527" y="41424"/>
                </a:cubicBezTo>
                <a:cubicBezTo>
                  <a:pt x="87833" y="43755"/>
                  <a:pt x="87858" y="47526"/>
                  <a:pt x="85527" y="49833"/>
                </a:cubicBezTo>
                <a:lnTo>
                  <a:pt x="71884" y="63475"/>
                </a:lnTo>
                <a:lnTo>
                  <a:pt x="85527" y="77118"/>
                </a:lnTo>
                <a:cubicBezTo>
                  <a:pt x="87858" y="79449"/>
                  <a:pt x="87858" y="83220"/>
                  <a:pt x="85527" y="85527"/>
                </a:cubicBezTo>
                <a:cubicBezTo>
                  <a:pt x="83195" y="87833"/>
                  <a:pt x="79425" y="87858"/>
                  <a:pt x="77118" y="85527"/>
                </a:cubicBezTo>
                <a:lnTo>
                  <a:pt x="63475" y="71884"/>
                </a:lnTo>
                <a:lnTo>
                  <a:pt x="49833" y="85527"/>
                </a:lnTo>
                <a:cubicBezTo>
                  <a:pt x="47501" y="87858"/>
                  <a:pt x="43731" y="87858"/>
                  <a:pt x="41424" y="85527"/>
                </a:cubicBezTo>
                <a:cubicBezTo>
                  <a:pt x="39117" y="83195"/>
                  <a:pt x="39092" y="79425"/>
                  <a:pt x="41424" y="77118"/>
                </a:cubicBezTo>
                <a:lnTo>
                  <a:pt x="55066" y="63475"/>
                </a:lnTo>
                <a:lnTo>
                  <a:pt x="41424" y="49833"/>
                </a:lnTo>
                <a:cubicBezTo>
                  <a:pt x="39092" y="47501"/>
                  <a:pt x="39092" y="43731"/>
                  <a:pt x="41424" y="4142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6696075" y="3829051"/>
            <a:ext cx="3294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 de Pipeline Automatisé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96075" y="4051301"/>
            <a:ext cx="328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Absence de processus ETL end-to-end reproductible et automatisé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0675" y="4606925"/>
            <a:ext cx="11547475" cy="1990725"/>
          </a:xfrm>
          <a:custGeom>
            <a:avLst/>
            <a:gdLst/>
            <a:ahLst/>
            <a:cxnLst/>
            <a:rect l="l" t="t" r="r" b="b"/>
            <a:pathLst>
              <a:path w="11547475" h="1990725">
                <a:moveTo>
                  <a:pt x="95256" y="0"/>
                </a:moveTo>
                <a:lnTo>
                  <a:pt x="11452219" y="0"/>
                </a:lnTo>
                <a:cubicBezTo>
                  <a:pt x="11504827" y="0"/>
                  <a:pt x="11547475" y="42648"/>
                  <a:pt x="11547475" y="95256"/>
                </a:cubicBezTo>
                <a:lnTo>
                  <a:pt x="11547475" y="1895469"/>
                </a:lnTo>
                <a:cubicBezTo>
                  <a:pt x="11547475" y="1948077"/>
                  <a:pt x="11504827" y="1990725"/>
                  <a:pt x="11452219" y="1990725"/>
                </a:cubicBezTo>
                <a:lnTo>
                  <a:pt x="95256" y="1990725"/>
                </a:lnTo>
                <a:cubicBezTo>
                  <a:pt x="42648" y="1990725"/>
                  <a:pt x="0" y="1948077"/>
                  <a:pt x="0" y="1895469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2600" y="4768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93725" y="48799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1934" y="106660"/>
                </a:moveTo>
                <a:lnTo>
                  <a:pt x="71934" y="86816"/>
                </a:lnTo>
                <a:lnTo>
                  <a:pt x="52090" y="86816"/>
                </a:lnTo>
                <a:cubicBezTo>
                  <a:pt x="47966" y="86816"/>
                  <a:pt x="44648" y="83499"/>
                  <a:pt x="44648" y="79375"/>
                </a:cubicBezTo>
                <a:cubicBezTo>
                  <a:pt x="44648" y="75251"/>
                  <a:pt x="47966" y="71934"/>
                  <a:pt x="52090" y="71934"/>
                </a:cubicBezTo>
                <a:lnTo>
                  <a:pt x="71934" y="71934"/>
                </a:lnTo>
                <a:lnTo>
                  <a:pt x="71934" y="52090"/>
                </a:lnTo>
                <a:cubicBezTo>
                  <a:pt x="71934" y="47966"/>
                  <a:pt x="75251" y="44648"/>
                  <a:pt x="79375" y="44648"/>
                </a:cubicBezTo>
                <a:cubicBezTo>
                  <a:pt x="83499" y="44648"/>
                  <a:pt x="86816" y="47966"/>
                  <a:pt x="86816" y="52090"/>
                </a:cubicBezTo>
                <a:lnTo>
                  <a:pt x="86816" y="71934"/>
                </a:lnTo>
                <a:lnTo>
                  <a:pt x="106660" y="71934"/>
                </a:lnTo>
                <a:cubicBezTo>
                  <a:pt x="110784" y="71934"/>
                  <a:pt x="114102" y="75251"/>
                  <a:pt x="114102" y="79375"/>
                </a:cubicBezTo>
                <a:cubicBezTo>
                  <a:pt x="114102" y="83499"/>
                  <a:pt x="110784" y="86816"/>
                  <a:pt x="106660" y="86816"/>
                </a:cubicBezTo>
                <a:lnTo>
                  <a:pt x="86816" y="86816"/>
                </a:lnTo>
                <a:lnTo>
                  <a:pt x="86816" y="106660"/>
                </a:lnTo>
                <a:cubicBezTo>
                  <a:pt x="86816" y="110784"/>
                  <a:pt x="83499" y="114102"/>
                  <a:pt x="79375" y="114102"/>
                </a:cubicBezTo>
                <a:cubicBezTo>
                  <a:pt x="75251" y="114102"/>
                  <a:pt x="71934" y="110784"/>
                  <a:pt x="71934" y="10666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958850" y="4832350"/>
            <a:ext cx="2595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Apport Différenciant du Projet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5775" y="528002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47825" y="5410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758950" y="552132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584200" y="5886451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Intégration Complète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88169" y="6140451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 + IA dans une solution unifiée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324225" y="528002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6275" y="5410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577556" y="5521326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3422650" y="5886451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426619" y="6140451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avancées et métriques modernes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62675" y="528002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24725" y="5410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35850" y="552132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6261100" y="5886451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Temporelle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65069" y="6140451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 rigoureux de la temporalité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01125" y="528002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163175" y="5410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264378" y="5521326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9099550" y="5886451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Interactif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103519" y="6140451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orientée décision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275" y="446593"/>
            <a:ext cx="35727" cy="357275"/>
          </a:xfrm>
          <a:custGeom>
            <a:avLst/>
            <a:gdLst/>
            <a:ahLst/>
            <a:cxnLst/>
            <a:rect l="l" t="t" r="r" b="b"/>
            <a:pathLst>
              <a:path w="35727" h="357275">
                <a:moveTo>
                  <a:pt x="0" y="0"/>
                </a:moveTo>
                <a:lnTo>
                  <a:pt x="35727" y="0"/>
                </a:lnTo>
                <a:lnTo>
                  <a:pt x="35727" y="357275"/>
                </a:lnTo>
                <a:lnTo>
                  <a:pt x="0" y="357275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0185" y="357275"/>
            <a:ext cx="6171921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b="1" spc="197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Spécifications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0185" y="535912"/>
            <a:ext cx="6270171" cy="357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32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Fonctionnels - Collecte et Données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0847" y="1146852"/>
            <a:ext cx="11475664" cy="1525563"/>
          </a:xfrm>
          <a:custGeom>
            <a:avLst/>
            <a:gdLst/>
            <a:ahLst/>
            <a:cxnLst/>
            <a:rect l="l" t="t" r="r" b="b"/>
            <a:pathLst>
              <a:path w="11475664" h="1525563">
                <a:moveTo>
                  <a:pt x="107186" y="0"/>
                </a:moveTo>
                <a:lnTo>
                  <a:pt x="11368478" y="0"/>
                </a:lnTo>
                <a:cubicBezTo>
                  <a:pt x="11427675" y="0"/>
                  <a:pt x="11475664" y="47989"/>
                  <a:pt x="11475664" y="107186"/>
                </a:cubicBezTo>
                <a:lnTo>
                  <a:pt x="11475664" y="1418377"/>
                </a:lnTo>
                <a:cubicBezTo>
                  <a:pt x="11475664" y="1477574"/>
                  <a:pt x="11427675" y="1525563"/>
                  <a:pt x="11368478" y="1525563"/>
                </a:cubicBezTo>
                <a:lnTo>
                  <a:pt x="107186" y="1525563"/>
                </a:lnTo>
                <a:cubicBezTo>
                  <a:pt x="47989" y="1525563"/>
                  <a:pt x="0" y="1477574"/>
                  <a:pt x="0" y="1418377"/>
                </a:cubicBezTo>
                <a:lnTo>
                  <a:pt x="0" y="107186"/>
                </a:lnTo>
                <a:cubicBezTo>
                  <a:pt x="0" y="48028"/>
                  <a:pt x="48028" y="0"/>
                  <a:pt x="10718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330" y="1293337"/>
            <a:ext cx="428730" cy="428730"/>
          </a:xfrm>
          <a:custGeom>
            <a:avLst/>
            <a:gdLst/>
            <a:ahLst/>
            <a:cxnLst/>
            <a:rect l="l" t="t" r="r" b="b"/>
            <a:pathLst>
              <a:path w="428730" h="428730">
                <a:moveTo>
                  <a:pt x="71456" y="0"/>
                </a:moveTo>
                <a:lnTo>
                  <a:pt x="357273" y="0"/>
                </a:lnTo>
                <a:cubicBezTo>
                  <a:pt x="396711" y="0"/>
                  <a:pt x="428730" y="32019"/>
                  <a:pt x="428730" y="71456"/>
                </a:cubicBezTo>
                <a:lnTo>
                  <a:pt x="428730" y="357273"/>
                </a:lnTo>
                <a:cubicBezTo>
                  <a:pt x="428730" y="396738"/>
                  <a:pt x="396738" y="428730"/>
                  <a:pt x="357273" y="428730"/>
                </a:cubicBezTo>
                <a:lnTo>
                  <a:pt x="71456" y="428730"/>
                </a:lnTo>
                <a:cubicBezTo>
                  <a:pt x="32019" y="428730"/>
                  <a:pt x="0" y="396711"/>
                  <a:pt x="0" y="357273"/>
                </a:cubicBezTo>
                <a:lnTo>
                  <a:pt x="0" y="71456"/>
                </a:lnTo>
                <a:cubicBezTo>
                  <a:pt x="0" y="31992"/>
                  <a:pt x="31992" y="0"/>
                  <a:pt x="7145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3541" y="1418383"/>
            <a:ext cx="156308" cy="178637"/>
          </a:xfrm>
          <a:custGeom>
            <a:avLst/>
            <a:gdLst/>
            <a:ahLst/>
            <a:cxnLst/>
            <a:rect l="l" t="t" r="r" b="b"/>
            <a:pathLst>
              <a:path w="156308" h="178637">
                <a:moveTo>
                  <a:pt x="89319" y="11165"/>
                </a:moveTo>
                <a:cubicBezTo>
                  <a:pt x="89319" y="4989"/>
                  <a:pt x="84329" y="0"/>
                  <a:pt x="78154" y="0"/>
                </a:cubicBezTo>
                <a:cubicBezTo>
                  <a:pt x="71978" y="0"/>
                  <a:pt x="66989" y="4989"/>
                  <a:pt x="66989" y="11165"/>
                </a:cubicBezTo>
                <a:lnTo>
                  <a:pt x="66989" y="84678"/>
                </a:lnTo>
                <a:lnTo>
                  <a:pt x="52545" y="70234"/>
                </a:lnTo>
                <a:cubicBezTo>
                  <a:pt x="48183" y="65873"/>
                  <a:pt x="41101" y="65873"/>
                  <a:pt x="36739" y="70234"/>
                </a:cubicBezTo>
                <a:cubicBezTo>
                  <a:pt x="32378" y="74595"/>
                  <a:pt x="32378" y="81678"/>
                  <a:pt x="36739" y="86039"/>
                </a:cubicBezTo>
                <a:lnTo>
                  <a:pt x="70234" y="119534"/>
                </a:lnTo>
                <a:cubicBezTo>
                  <a:pt x="74595" y="123895"/>
                  <a:pt x="81678" y="123895"/>
                  <a:pt x="86039" y="119534"/>
                </a:cubicBezTo>
                <a:lnTo>
                  <a:pt x="119534" y="86039"/>
                </a:lnTo>
                <a:cubicBezTo>
                  <a:pt x="123895" y="81678"/>
                  <a:pt x="123895" y="74595"/>
                  <a:pt x="119534" y="70234"/>
                </a:cubicBezTo>
                <a:cubicBezTo>
                  <a:pt x="115172" y="65873"/>
                  <a:pt x="108090" y="65873"/>
                  <a:pt x="103728" y="70234"/>
                </a:cubicBezTo>
                <a:lnTo>
                  <a:pt x="89319" y="84678"/>
                </a:lnTo>
                <a:lnTo>
                  <a:pt x="89319" y="11165"/>
                </a:lnTo>
                <a:close/>
                <a:moveTo>
                  <a:pt x="22330" y="111648"/>
                </a:moveTo>
                <a:cubicBezTo>
                  <a:pt x="10013" y="111648"/>
                  <a:pt x="0" y="121662"/>
                  <a:pt x="0" y="133978"/>
                </a:cubicBezTo>
                <a:lnTo>
                  <a:pt x="0" y="145143"/>
                </a:lnTo>
                <a:cubicBezTo>
                  <a:pt x="0" y="157459"/>
                  <a:pt x="10013" y="167473"/>
                  <a:pt x="22330" y="167473"/>
                </a:cubicBezTo>
                <a:lnTo>
                  <a:pt x="133978" y="167473"/>
                </a:lnTo>
                <a:cubicBezTo>
                  <a:pt x="146294" y="167473"/>
                  <a:pt x="156308" y="157459"/>
                  <a:pt x="156308" y="145143"/>
                </a:cubicBezTo>
                <a:lnTo>
                  <a:pt x="156308" y="133978"/>
                </a:lnTo>
                <a:cubicBezTo>
                  <a:pt x="156308" y="121662"/>
                  <a:pt x="146294" y="111648"/>
                  <a:pt x="133978" y="111648"/>
                </a:cubicBezTo>
                <a:lnTo>
                  <a:pt x="117615" y="111648"/>
                </a:lnTo>
                <a:lnTo>
                  <a:pt x="97867" y="131396"/>
                </a:lnTo>
                <a:cubicBezTo>
                  <a:pt x="86981" y="142282"/>
                  <a:pt x="69292" y="142282"/>
                  <a:pt x="58406" y="131396"/>
                </a:cubicBezTo>
                <a:lnTo>
                  <a:pt x="38693" y="111648"/>
                </a:lnTo>
                <a:lnTo>
                  <a:pt x="22330" y="111648"/>
                </a:lnTo>
                <a:close/>
                <a:moveTo>
                  <a:pt x="128396" y="131187"/>
                </a:moveTo>
                <a:cubicBezTo>
                  <a:pt x="133017" y="131187"/>
                  <a:pt x="136769" y="134939"/>
                  <a:pt x="136769" y="139560"/>
                </a:cubicBezTo>
                <a:cubicBezTo>
                  <a:pt x="136769" y="144182"/>
                  <a:pt x="133017" y="147934"/>
                  <a:pt x="128396" y="147934"/>
                </a:cubicBezTo>
                <a:cubicBezTo>
                  <a:pt x="123774" y="147934"/>
                  <a:pt x="120022" y="144182"/>
                  <a:pt x="120022" y="139560"/>
                </a:cubicBezTo>
                <a:cubicBezTo>
                  <a:pt x="120022" y="134939"/>
                  <a:pt x="123774" y="131187"/>
                  <a:pt x="128396" y="13118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43242" y="1364792"/>
            <a:ext cx="216151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Collecte des Données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0903" y="1832822"/>
            <a:ext cx="5509176" cy="685967"/>
          </a:xfrm>
          <a:custGeom>
            <a:avLst/>
            <a:gdLst/>
            <a:ahLst/>
            <a:cxnLst/>
            <a:rect l="l" t="t" r="r" b="b"/>
            <a:pathLst>
              <a:path w="5509176" h="685967">
                <a:moveTo>
                  <a:pt x="71457" y="0"/>
                </a:moveTo>
                <a:lnTo>
                  <a:pt x="5437719" y="0"/>
                </a:lnTo>
                <a:cubicBezTo>
                  <a:pt x="5477184" y="0"/>
                  <a:pt x="5509176" y="31992"/>
                  <a:pt x="5509176" y="71457"/>
                </a:cubicBezTo>
                <a:lnTo>
                  <a:pt x="5509176" y="614510"/>
                </a:lnTo>
                <a:cubicBezTo>
                  <a:pt x="5509176" y="653975"/>
                  <a:pt x="5477184" y="685967"/>
                  <a:pt x="5437719" y="685967"/>
                </a:cubicBezTo>
                <a:lnTo>
                  <a:pt x="71457" y="685967"/>
                </a:lnTo>
                <a:cubicBezTo>
                  <a:pt x="32019" y="685967"/>
                  <a:pt x="0" y="653949"/>
                  <a:pt x="0" y="614510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590" y="1979303"/>
            <a:ext cx="160774" cy="142910"/>
          </a:xfrm>
          <a:custGeom>
            <a:avLst/>
            <a:gdLst/>
            <a:ahLst/>
            <a:cxnLst/>
            <a:rect l="l" t="t" r="r" b="b"/>
            <a:pathLst>
              <a:path w="160774" h="142910">
                <a:moveTo>
                  <a:pt x="100707" y="335"/>
                </a:moveTo>
                <a:cubicBezTo>
                  <a:pt x="95962" y="-1033"/>
                  <a:pt x="91021" y="1731"/>
                  <a:pt x="89654" y="6476"/>
                </a:cubicBezTo>
                <a:lnTo>
                  <a:pt x="53926" y="131522"/>
                </a:lnTo>
                <a:cubicBezTo>
                  <a:pt x="52558" y="136267"/>
                  <a:pt x="55322" y="141207"/>
                  <a:pt x="60067" y="142575"/>
                </a:cubicBezTo>
                <a:cubicBezTo>
                  <a:pt x="64812" y="143943"/>
                  <a:pt x="69752" y="141179"/>
                  <a:pt x="71120" y="136434"/>
                </a:cubicBezTo>
                <a:lnTo>
                  <a:pt x="106847" y="11388"/>
                </a:lnTo>
                <a:cubicBezTo>
                  <a:pt x="108215" y="6643"/>
                  <a:pt x="105452" y="1703"/>
                  <a:pt x="100707" y="335"/>
                </a:cubicBezTo>
                <a:close/>
                <a:moveTo>
                  <a:pt x="118738" y="38323"/>
                </a:moveTo>
                <a:cubicBezTo>
                  <a:pt x="115249" y="41812"/>
                  <a:pt x="115249" y="47478"/>
                  <a:pt x="118738" y="50967"/>
                </a:cubicBezTo>
                <a:lnTo>
                  <a:pt x="139225" y="71455"/>
                </a:lnTo>
                <a:lnTo>
                  <a:pt x="118738" y="91942"/>
                </a:lnTo>
                <a:cubicBezTo>
                  <a:pt x="115249" y="95431"/>
                  <a:pt x="115249" y="101098"/>
                  <a:pt x="118738" y="104587"/>
                </a:cubicBezTo>
                <a:cubicBezTo>
                  <a:pt x="122227" y="108076"/>
                  <a:pt x="127893" y="108076"/>
                  <a:pt x="131382" y="104587"/>
                </a:cubicBezTo>
                <a:lnTo>
                  <a:pt x="158178" y="77791"/>
                </a:lnTo>
                <a:cubicBezTo>
                  <a:pt x="161667" y="74302"/>
                  <a:pt x="161667" y="68636"/>
                  <a:pt x="158178" y="65147"/>
                </a:cubicBezTo>
                <a:lnTo>
                  <a:pt x="131382" y="38351"/>
                </a:lnTo>
                <a:cubicBezTo>
                  <a:pt x="127893" y="34862"/>
                  <a:pt x="122227" y="34862"/>
                  <a:pt x="118738" y="38351"/>
                </a:cubicBezTo>
                <a:close/>
                <a:moveTo>
                  <a:pt x="42064" y="38323"/>
                </a:moveTo>
                <a:cubicBezTo>
                  <a:pt x="38575" y="34834"/>
                  <a:pt x="32908" y="34834"/>
                  <a:pt x="29419" y="38323"/>
                </a:cubicBezTo>
                <a:lnTo>
                  <a:pt x="2624" y="65119"/>
                </a:lnTo>
                <a:cubicBezTo>
                  <a:pt x="-865" y="68608"/>
                  <a:pt x="-865" y="74274"/>
                  <a:pt x="2624" y="77763"/>
                </a:cubicBezTo>
                <a:lnTo>
                  <a:pt x="29419" y="104559"/>
                </a:lnTo>
                <a:cubicBezTo>
                  <a:pt x="32908" y="108048"/>
                  <a:pt x="38575" y="108048"/>
                  <a:pt x="42064" y="104559"/>
                </a:cubicBezTo>
                <a:cubicBezTo>
                  <a:pt x="45553" y="101070"/>
                  <a:pt x="45553" y="95404"/>
                  <a:pt x="42064" y="91915"/>
                </a:cubicBezTo>
                <a:lnTo>
                  <a:pt x="21576" y="71455"/>
                </a:lnTo>
                <a:lnTo>
                  <a:pt x="42036" y="50967"/>
                </a:lnTo>
                <a:cubicBezTo>
                  <a:pt x="45525" y="47478"/>
                  <a:pt x="45525" y="41812"/>
                  <a:pt x="42036" y="383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71750" y="1943575"/>
            <a:ext cx="964642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Scraping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658" y="2229395"/>
            <a:ext cx="535018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Extraction automatisée depuis les sites statistiques spécialisés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479" y="1832822"/>
            <a:ext cx="5509176" cy="685967"/>
          </a:xfrm>
          <a:custGeom>
            <a:avLst/>
            <a:gdLst/>
            <a:ahLst/>
            <a:cxnLst/>
            <a:rect l="l" t="t" r="r" b="b"/>
            <a:pathLst>
              <a:path w="5509176" h="685967">
                <a:moveTo>
                  <a:pt x="71457" y="0"/>
                </a:moveTo>
                <a:lnTo>
                  <a:pt x="5437719" y="0"/>
                </a:lnTo>
                <a:cubicBezTo>
                  <a:pt x="5477184" y="0"/>
                  <a:pt x="5509176" y="31992"/>
                  <a:pt x="5509176" y="71457"/>
                </a:cubicBezTo>
                <a:lnTo>
                  <a:pt x="5509176" y="614510"/>
                </a:lnTo>
                <a:cubicBezTo>
                  <a:pt x="5509176" y="653975"/>
                  <a:pt x="5477184" y="685967"/>
                  <a:pt x="5437719" y="685967"/>
                </a:cubicBezTo>
                <a:lnTo>
                  <a:pt x="71457" y="685967"/>
                </a:lnTo>
                <a:cubicBezTo>
                  <a:pt x="32019" y="685967"/>
                  <a:pt x="0" y="653949"/>
                  <a:pt x="0" y="614510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0030" y="1979303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35727" y="-8932"/>
                </a:moveTo>
                <a:cubicBezTo>
                  <a:pt x="40668" y="-8932"/>
                  <a:pt x="44659" y="-4940"/>
                  <a:pt x="44659" y="0"/>
                </a:cubicBezTo>
                <a:lnTo>
                  <a:pt x="44659" y="26796"/>
                </a:lnTo>
                <a:lnTo>
                  <a:pt x="80387" y="26796"/>
                </a:lnTo>
                <a:lnTo>
                  <a:pt x="80387" y="0"/>
                </a:lnTo>
                <a:cubicBezTo>
                  <a:pt x="80387" y="-4940"/>
                  <a:pt x="84378" y="-8932"/>
                  <a:pt x="89319" y="-8932"/>
                </a:cubicBezTo>
                <a:cubicBezTo>
                  <a:pt x="94259" y="-8932"/>
                  <a:pt x="98251" y="-4940"/>
                  <a:pt x="98251" y="0"/>
                </a:cubicBezTo>
                <a:lnTo>
                  <a:pt x="98251" y="26796"/>
                </a:lnTo>
                <a:lnTo>
                  <a:pt x="116114" y="26796"/>
                </a:lnTo>
                <a:cubicBezTo>
                  <a:pt x="121055" y="26796"/>
                  <a:pt x="125046" y="30787"/>
                  <a:pt x="125046" y="35727"/>
                </a:cubicBezTo>
                <a:cubicBezTo>
                  <a:pt x="125046" y="40668"/>
                  <a:pt x="121055" y="44659"/>
                  <a:pt x="116114" y="44659"/>
                </a:cubicBezTo>
                <a:lnTo>
                  <a:pt x="116114" y="62523"/>
                </a:lnTo>
                <a:cubicBezTo>
                  <a:pt x="116114" y="89067"/>
                  <a:pt x="96799" y="111118"/>
                  <a:pt x="71455" y="115361"/>
                </a:cubicBezTo>
                <a:lnTo>
                  <a:pt x="71455" y="133978"/>
                </a:lnTo>
                <a:cubicBezTo>
                  <a:pt x="71455" y="138918"/>
                  <a:pt x="67464" y="142910"/>
                  <a:pt x="62523" y="142910"/>
                </a:cubicBezTo>
                <a:cubicBezTo>
                  <a:pt x="57583" y="142910"/>
                  <a:pt x="53591" y="138918"/>
                  <a:pt x="53591" y="133978"/>
                </a:cubicBezTo>
                <a:lnTo>
                  <a:pt x="53591" y="115361"/>
                </a:lnTo>
                <a:cubicBezTo>
                  <a:pt x="28247" y="111118"/>
                  <a:pt x="8932" y="89067"/>
                  <a:pt x="8932" y="62523"/>
                </a:cubicBezTo>
                <a:lnTo>
                  <a:pt x="8932" y="44659"/>
                </a:lnTo>
                <a:cubicBezTo>
                  <a:pt x="3991" y="44659"/>
                  <a:pt x="0" y="40668"/>
                  <a:pt x="0" y="35727"/>
                </a:cubicBezTo>
                <a:cubicBezTo>
                  <a:pt x="0" y="30787"/>
                  <a:pt x="3991" y="26796"/>
                  <a:pt x="8932" y="26796"/>
                </a:cubicBezTo>
                <a:lnTo>
                  <a:pt x="26796" y="26796"/>
                </a:lnTo>
                <a:lnTo>
                  <a:pt x="26796" y="0"/>
                </a:lnTo>
                <a:cubicBezTo>
                  <a:pt x="26796" y="-4940"/>
                  <a:pt x="30787" y="-8932"/>
                  <a:pt x="35727" y="-893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533327" y="1943575"/>
            <a:ext cx="830664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Football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3235" y="2229395"/>
            <a:ext cx="535018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Intégration via API fiables (API-Football, StatsBomb, FBref)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0847" y="2818899"/>
            <a:ext cx="3722803" cy="3079708"/>
          </a:xfrm>
          <a:custGeom>
            <a:avLst/>
            <a:gdLst/>
            <a:ahLst/>
            <a:cxnLst/>
            <a:rect l="l" t="t" r="r" b="b"/>
            <a:pathLst>
              <a:path w="3722803" h="3079708">
                <a:moveTo>
                  <a:pt x="107174" y="0"/>
                </a:moveTo>
                <a:lnTo>
                  <a:pt x="3615629" y="0"/>
                </a:lnTo>
                <a:cubicBezTo>
                  <a:pt x="3674819" y="0"/>
                  <a:pt x="3722803" y="47983"/>
                  <a:pt x="3722803" y="107174"/>
                </a:cubicBezTo>
                <a:lnTo>
                  <a:pt x="3722803" y="2972534"/>
                </a:lnTo>
                <a:cubicBezTo>
                  <a:pt x="3722803" y="3031725"/>
                  <a:pt x="3674819" y="3079708"/>
                  <a:pt x="3615629" y="3079708"/>
                </a:cubicBezTo>
                <a:lnTo>
                  <a:pt x="107174" y="3079708"/>
                </a:lnTo>
                <a:cubicBezTo>
                  <a:pt x="47983" y="3079708"/>
                  <a:pt x="0" y="3031725"/>
                  <a:pt x="0" y="2972534"/>
                </a:cubicBezTo>
                <a:lnTo>
                  <a:pt x="0" y="107174"/>
                </a:lnTo>
                <a:cubicBezTo>
                  <a:pt x="0" y="48023"/>
                  <a:pt x="48023" y="0"/>
                  <a:pt x="10717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330" y="296538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4513" y="3072563"/>
            <a:ext cx="142910" cy="142910"/>
          </a:xfrm>
          <a:custGeom>
            <a:avLst/>
            <a:gdLst/>
            <a:ahLst/>
            <a:cxnLst/>
            <a:rect l="l" t="t" r="r" b="b"/>
            <a:pathLst>
              <a:path w="142910" h="142910">
                <a:moveTo>
                  <a:pt x="116477" y="100511"/>
                </a:moveTo>
                <a:lnTo>
                  <a:pt x="96492" y="99172"/>
                </a:lnTo>
                <a:cubicBezTo>
                  <a:pt x="95041" y="99088"/>
                  <a:pt x="93617" y="99479"/>
                  <a:pt x="92445" y="100344"/>
                </a:cubicBezTo>
                <a:cubicBezTo>
                  <a:pt x="91273" y="101209"/>
                  <a:pt x="90435" y="102409"/>
                  <a:pt x="90100" y="103833"/>
                </a:cubicBezTo>
                <a:lnTo>
                  <a:pt x="85188" y="123260"/>
                </a:lnTo>
                <a:cubicBezTo>
                  <a:pt x="80805" y="124432"/>
                  <a:pt x="76200" y="125046"/>
                  <a:pt x="71455" y="125046"/>
                </a:cubicBezTo>
                <a:cubicBezTo>
                  <a:pt x="66710" y="125046"/>
                  <a:pt x="62104" y="124432"/>
                  <a:pt x="57722" y="123260"/>
                </a:cubicBezTo>
                <a:lnTo>
                  <a:pt x="52810" y="103833"/>
                </a:lnTo>
                <a:cubicBezTo>
                  <a:pt x="52447" y="102437"/>
                  <a:pt x="51609" y="101209"/>
                  <a:pt x="50465" y="100344"/>
                </a:cubicBezTo>
                <a:cubicBezTo>
                  <a:pt x="49321" y="99479"/>
                  <a:pt x="47869" y="99088"/>
                  <a:pt x="46418" y="99172"/>
                </a:cubicBezTo>
                <a:lnTo>
                  <a:pt x="26433" y="100511"/>
                </a:lnTo>
                <a:cubicBezTo>
                  <a:pt x="21520" y="92919"/>
                  <a:pt x="18478" y="83987"/>
                  <a:pt x="17947" y="74386"/>
                </a:cubicBezTo>
                <a:lnTo>
                  <a:pt x="34890" y="63723"/>
                </a:lnTo>
                <a:cubicBezTo>
                  <a:pt x="36118" y="62942"/>
                  <a:pt x="37011" y="61769"/>
                  <a:pt x="37458" y="60402"/>
                </a:cubicBezTo>
                <a:cubicBezTo>
                  <a:pt x="37905" y="59034"/>
                  <a:pt x="37849" y="57555"/>
                  <a:pt x="37318" y="56215"/>
                </a:cubicBezTo>
                <a:lnTo>
                  <a:pt x="29866" y="37625"/>
                </a:lnTo>
                <a:cubicBezTo>
                  <a:pt x="35727" y="30480"/>
                  <a:pt x="43347" y="24842"/>
                  <a:pt x="52112" y="21464"/>
                </a:cubicBezTo>
                <a:lnTo>
                  <a:pt x="67519" y="34304"/>
                </a:lnTo>
                <a:cubicBezTo>
                  <a:pt x="68636" y="35225"/>
                  <a:pt x="70031" y="35727"/>
                  <a:pt x="71455" y="35727"/>
                </a:cubicBezTo>
                <a:cubicBezTo>
                  <a:pt x="72878" y="35727"/>
                  <a:pt x="74302" y="35225"/>
                  <a:pt x="75391" y="34304"/>
                </a:cubicBezTo>
                <a:lnTo>
                  <a:pt x="90798" y="21464"/>
                </a:lnTo>
                <a:cubicBezTo>
                  <a:pt x="99535" y="24842"/>
                  <a:pt x="107182" y="30480"/>
                  <a:pt x="113016" y="37625"/>
                </a:cubicBezTo>
                <a:lnTo>
                  <a:pt x="105564" y="56215"/>
                </a:lnTo>
                <a:cubicBezTo>
                  <a:pt x="105033" y="57555"/>
                  <a:pt x="104977" y="59034"/>
                  <a:pt x="105424" y="60402"/>
                </a:cubicBezTo>
                <a:cubicBezTo>
                  <a:pt x="105871" y="61769"/>
                  <a:pt x="106792" y="62942"/>
                  <a:pt x="107992" y="63723"/>
                </a:cubicBezTo>
                <a:lnTo>
                  <a:pt x="124935" y="74386"/>
                </a:lnTo>
                <a:cubicBezTo>
                  <a:pt x="124404" y="83987"/>
                  <a:pt x="121362" y="92919"/>
                  <a:pt x="116449" y="100511"/>
                </a:cubicBezTo>
                <a:close/>
                <a:moveTo>
                  <a:pt x="71455" y="142910"/>
                </a:moveTo>
                <a:cubicBezTo>
                  <a:pt x="110892" y="142910"/>
                  <a:pt x="142910" y="110892"/>
                  <a:pt x="142910" y="71455"/>
                </a:cubicBezTo>
                <a:cubicBezTo>
                  <a:pt x="142910" y="32018"/>
                  <a:pt x="110892" y="0"/>
                  <a:pt x="71455" y="0"/>
                </a:cubicBezTo>
                <a:cubicBezTo>
                  <a:pt x="32018" y="0"/>
                  <a:pt x="0" y="32018"/>
                  <a:pt x="0" y="71455"/>
                </a:cubicBezTo>
                <a:cubicBezTo>
                  <a:pt x="0" y="110892"/>
                  <a:pt x="32018" y="142910"/>
                  <a:pt x="71455" y="142910"/>
                </a:cubicBezTo>
                <a:close/>
                <a:moveTo>
                  <a:pt x="75391" y="52000"/>
                </a:moveTo>
                <a:cubicBezTo>
                  <a:pt x="73046" y="50298"/>
                  <a:pt x="69864" y="50298"/>
                  <a:pt x="67519" y="52000"/>
                </a:cubicBezTo>
                <a:lnTo>
                  <a:pt x="54149" y="61686"/>
                </a:lnTo>
                <a:cubicBezTo>
                  <a:pt x="51805" y="63388"/>
                  <a:pt x="50828" y="66403"/>
                  <a:pt x="51721" y="69166"/>
                </a:cubicBezTo>
                <a:lnTo>
                  <a:pt x="56829" y="84881"/>
                </a:lnTo>
                <a:cubicBezTo>
                  <a:pt x="57722" y="87644"/>
                  <a:pt x="60290" y="89514"/>
                  <a:pt x="63193" y="89514"/>
                </a:cubicBezTo>
                <a:lnTo>
                  <a:pt x="79717" y="89514"/>
                </a:lnTo>
                <a:cubicBezTo>
                  <a:pt x="82620" y="89514"/>
                  <a:pt x="85188" y="87644"/>
                  <a:pt x="86081" y="84881"/>
                </a:cubicBezTo>
                <a:lnTo>
                  <a:pt x="91189" y="69166"/>
                </a:lnTo>
                <a:cubicBezTo>
                  <a:pt x="92082" y="66403"/>
                  <a:pt x="91105" y="63388"/>
                  <a:pt x="88760" y="61686"/>
                </a:cubicBezTo>
                <a:lnTo>
                  <a:pt x="75391" y="5197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71787" y="3018971"/>
            <a:ext cx="1330848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Match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7330" y="3429837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1018" y="3519156"/>
            <a:ext cx="93785" cy="107182"/>
          </a:xfrm>
          <a:custGeom>
            <a:avLst/>
            <a:gdLst/>
            <a:ahLst/>
            <a:cxnLst/>
            <a:rect l="l" t="t" r="r" b="b"/>
            <a:pathLst>
              <a:path w="93785" h="107182">
                <a:moveTo>
                  <a:pt x="26796" y="0"/>
                </a:moveTo>
                <a:cubicBezTo>
                  <a:pt x="23090" y="0"/>
                  <a:pt x="20097" y="2994"/>
                  <a:pt x="20097" y="6699"/>
                </a:cubicBezTo>
                <a:lnTo>
                  <a:pt x="20097" y="13398"/>
                </a:lnTo>
                <a:lnTo>
                  <a:pt x="13398" y="13398"/>
                </a:lnTo>
                <a:cubicBezTo>
                  <a:pt x="6008" y="13398"/>
                  <a:pt x="0" y="19406"/>
                  <a:pt x="0" y="26796"/>
                </a:cubicBezTo>
                <a:lnTo>
                  <a:pt x="0" y="36844"/>
                </a:lnTo>
                <a:lnTo>
                  <a:pt x="93785" y="36844"/>
                </a:lnTo>
                <a:lnTo>
                  <a:pt x="93785" y="26796"/>
                </a:lnTo>
                <a:cubicBezTo>
                  <a:pt x="93785" y="19406"/>
                  <a:pt x="87777" y="13398"/>
                  <a:pt x="80387" y="13398"/>
                </a:cubicBezTo>
                <a:lnTo>
                  <a:pt x="73688" y="13398"/>
                </a:lnTo>
                <a:lnTo>
                  <a:pt x="73688" y="6699"/>
                </a:lnTo>
                <a:cubicBezTo>
                  <a:pt x="73688" y="2994"/>
                  <a:pt x="70694" y="0"/>
                  <a:pt x="66989" y="0"/>
                </a:cubicBezTo>
                <a:cubicBezTo>
                  <a:pt x="63284" y="0"/>
                  <a:pt x="60290" y="2994"/>
                  <a:pt x="60290" y="6699"/>
                </a:cubicBezTo>
                <a:lnTo>
                  <a:pt x="60290" y="13398"/>
                </a:lnTo>
                <a:lnTo>
                  <a:pt x="33495" y="13398"/>
                </a:lnTo>
                <a:lnTo>
                  <a:pt x="33495" y="6699"/>
                </a:lnTo>
                <a:cubicBezTo>
                  <a:pt x="33495" y="2994"/>
                  <a:pt x="30501" y="0"/>
                  <a:pt x="26796" y="0"/>
                </a:cubicBezTo>
                <a:close/>
                <a:moveTo>
                  <a:pt x="0" y="46892"/>
                </a:moveTo>
                <a:lnTo>
                  <a:pt x="0" y="87086"/>
                </a:lnTo>
                <a:cubicBezTo>
                  <a:pt x="0" y="94475"/>
                  <a:pt x="6008" y="100484"/>
                  <a:pt x="13398" y="100484"/>
                </a:cubicBezTo>
                <a:lnTo>
                  <a:pt x="80387" y="100484"/>
                </a:lnTo>
                <a:cubicBezTo>
                  <a:pt x="87777" y="100484"/>
                  <a:pt x="93785" y="94475"/>
                  <a:pt x="93785" y="87086"/>
                </a:cubicBezTo>
                <a:lnTo>
                  <a:pt x="93785" y="46892"/>
                </a:lnTo>
                <a:lnTo>
                  <a:pt x="0" y="4689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66354" y="3483429"/>
            <a:ext cx="1688123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et phase (groupes, tours)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330" y="3769248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4319" y="3858567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58155" y="1800"/>
                </a:moveTo>
                <a:cubicBezTo>
                  <a:pt x="55580" y="-586"/>
                  <a:pt x="51602" y="-586"/>
                  <a:pt x="49049" y="1800"/>
                </a:cubicBezTo>
                <a:lnTo>
                  <a:pt x="2156" y="45343"/>
                </a:lnTo>
                <a:cubicBezTo>
                  <a:pt x="147" y="47227"/>
                  <a:pt x="-523" y="50137"/>
                  <a:pt x="481" y="52691"/>
                </a:cubicBezTo>
                <a:cubicBezTo>
                  <a:pt x="1486" y="55245"/>
                  <a:pt x="3936" y="56941"/>
                  <a:pt x="6699" y="56941"/>
                </a:cubicBezTo>
                <a:lnTo>
                  <a:pt x="10048" y="56941"/>
                </a:lnTo>
                <a:lnTo>
                  <a:pt x="10048" y="93785"/>
                </a:lnTo>
                <a:cubicBezTo>
                  <a:pt x="10048" y="101174"/>
                  <a:pt x="16056" y="107182"/>
                  <a:pt x="23446" y="107182"/>
                </a:cubicBezTo>
                <a:lnTo>
                  <a:pt x="83736" y="107182"/>
                </a:lnTo>
                <a:cubicBezTo>
                  <a:pt x="91126" y="107182"/>
                  <a:pt x="97134" y="101174"/>
                  <a:pt x="97134" y="93785"/>
                </a:cubicBezTo>
                <a:lnTo>
                  <a:pt x="97134" y="56941"/>
                </a:lnTo>
                <a:lnTo>
                  <a:pt x="100484" y="56941"/>
                </a:lnTo>
                <a:cubicBezTo>
                  <a:pt x="103247" y="56941"/>
                  <a:pt x="105717" y="55245"/>
                  <a:pt x="106722" y="52691"/>
                </a:cubicBezTo>
                <a:cubicBezTo>
                  <a:pt x="107727" y="50137"/>
                  <a:pt x="107057" y="47206"/>
                  <a:pt x="105047" y="45343"/>
                </a:cubicBezTo>
                <a:lnTo>
                  <a:pt x="58155" y="1800"/>
                </a:lnTo>
                <a:close/>
                <a:moveTo>
                  <a:pt x="50242" y="66989"/>
                </a:moveTo>
                <a:lnTo>
                  <a:pt x="56941" y="66989"/>
                </a:lnTo>
                <a:cubicBezTo>
                  <a:pt x="62488" y="66989"/>
                  <a:pt x="66989" y="71490"/>
                  <a:pt x="66989" y="77037"/>
                </a:cubicBezTo>
                <a:lnTo>
                  <a:pt x="66989" y="97134"/>
                </a:lnTo>
                <a:lnTo>
                  <a:pt x="40193" y="97134"/>
                </a:lnTo>
                <a:lnTo>
                  <a:pt x="40193" y="77037"/>
                </a:lnTo>
                <a:cubicBezTo>
                  <a:pt x="40193" y="71490"/>
                  <a:pt x="44694" y="66989"/>
                  <a:pt x="50242" y="6698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66354" y="3822840"/>
            <a:ext cx="114327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Domicile / extérieur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7330" y="4108659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0921" y="4180114"/>
            <a:ext cx="232229" cy="142910"/>
          </a:xfrm>
          <a:custGeom>
            <a:avLst/>
            <a:gdLst/>
            <a:ahLst/>
            <a:cxnLst/>
            <a:rect l="l" t="t" r="r" b="b"/>
            <a:pathLst>
              <a:path w="232229" h="142910">
                <a:moveTo>
                  <a:pt x="35727" y="0"/>
                </a:moveTo>
                <a:lnTo>
                  <a:pt x="196501" y="0"/>
                </a:lnTo>
                <a:cubicBezTo>
                  <a:pt x="216233" y="0"/>
                  <a:pt x="232229" y="15996"/>
                  <a:pt x="232229" y="35727"/>
                </a:cubicBezTo>
                <a:lnTo>
                  <a:pt x="232229" y="107182"/>
                </a:lnTo>
                <a:cubicBezTo>
                  <a:pt x="232229" y="126914"/>
                  <a:pt x="216233" y="142910"/>
                  <a:pt x="196501" y="142910"/>
                </a:cubicBezTo>
                <a:lnTo>
                  <a:pt x="35727" y="142910"/>
                </a:lnTo>
                <a:cubicBezTo>
                  <a:pt x="15996" y="142910"/>
                  <a:pt x="0" y="126914"/>
                  <a:pt x="0" y="10718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60921" y="4180114"/>
            <a:ext cx="285820" cy="142910"/>
          </a:xfrm>
          <a:prstGeom prst="rect">
            <a:avLst/>
          </a:prstGeom>
          <a:noFill/>
          <a:ln/>
        </p:spPr>
        <p:txBody>
          <a:bodyPr wrap="square" lIns="53591" tIns="0" rIns="53591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7061" y="4162251"/>
            <a:ext cx="90211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Goals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7330" y="4448070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67620" y="4537389"/>
            <a:ext cx="120580" cy="107182"/>
          </a:xfrm>
          <a:custGeom>
            <a:avLst/>
            <a:gdLst/>
            <a:ahLst/>
            <a:cxnLst/>
            <a:rect l="l" t="t" r="r" b="b"/>
            <a:pathLst>
              <a:path w="120580" h="107182">
                <a:moveTo>
                  <a:pt x="60290" y="-3349"/>
                </a:moveTo>
                <a:cubicBezTo>
                  <a:pt x="63995" y="-3349"/>
                  <a:pt x="66989" y="-356"/>
                  <a:pt x="66989" y="3349"/>
                </a:cubicBezTo>
                <a:lnTo>
                  <a:pt x="66989" y="7180"/>
                </a:lnTo>
                <a:cubicBezTo>
                  <a:pt x="87525" y="10111"/>
                  <a:pt x="103770" y="26356"/>
                  <a:pt x="106701" y="46892"/>
                </a:cubicBezTo>
                <a:lnTo>
                  <a:pt x="110532" y="46892"/>
                </a:lnTo>
                <a:cubicBezTo>
                  <a:pt x="114237" y="46892"/>
                  <a:pt x="117231" y="49886"/>
                  <a:pt x="117231" y="53591"/>
                </a:cubicBezTo>
                <a:cubicBezTo>
                  <a:pt x="117231" y="57297"/>
                  <a:pt x="114237" y="60290"/>
                  <a:pt x="110532" y="60290"/>
                </a:cubicBezTo>
                <a:lnTo>
                  <a:pt x="106701" y="60290"/>
                </a:lnTo>
                <a:cubicBezTo>
                  <a:pt x="103770" y="80826"/>
                  <a:pt x="87525" y="97071"/>
                  <a:pt x="66989" y="100002"/>
                </a:cubicBezTo>
                <a:lnTo>
                  <a:pt x="66989" y="103833"/>
                </a:lnTo>
                <a:cubicBezTo>
                  <a:pt x="66989" y="107538"/>
                  <a:pt x="63995" y="110532"/>
                  <a:pt x="60290" y="110532"/>
                </a:cubicBezTo>
                <a:cubicBezTo>
                  <a:pt x="56585" y="110532"/>
                  <a:pt x="53591" y="107538"/>
                  <a:pt x="53591" y="103833"/>
                </a:cubicBezTo>
                <a:lnTo>
                  <a:pt x="53591" y="100002"/>
                </a:lnTo>
                <a:cubicBezTo>
                  <a:pt x="33055" y="97071"/>
                  <a:pt x="16810" y="80826"/>
                  <a:pt x="13879" y="60290"/>
                </a:cubicBezTo>
                <a:lnTo>
                  <a:pt x="10048" y="60290"/>
                </a:lnTo>
                <a:cubicBezTo>
                  <a:pt x="6343" y="60290"/>
                  <a:pt x="3349" y="57297"/>
                  <a:pt x="3349" y="53591"/>
                </a:cubicBezTo>
                <a:cubicBezTo>
                  <a:pt x="3349" y="49886"/>
                  <a:pt x="6343" y="46892"/>
                  <a:pt x="10048" y="46892"/>
                </a:cubicBezTo>
                <a:lnTo>
                  <a:pt x="13879" y="46892"/>
                </a:lnTo>
                <a:cubicBezTo>
                  <a:pt x="16810" y="26356"/>
                  <a:pt x="33055" y="10111"/>
                  <a:pt x="53591" y="7180"/>
                </a:cubicBezTo>
                <a:lnTo>
                  <a:pt x="53591" y="3349"/>
                </a:lnTo>
                <a:cubicBezTo>
                  <a:pt x="53591" y="-356"/>
                  <a:pt x="56585" y="-3349"/>
                  <a:pt x="60290" y="-3349"/>
                </a:cubicBezTo>
                <a:close/>
                <a:moveTo>
                  <a:pt x="27465" y="60290"/>
                </a:moveTo>
                <a:cubicBezTo>
                  <a:pt x="30124" y="73416"/>
                  <a:pt x="40466" y="83757"/>
                  <a:pt x="53591" y="86416"/>
                </a:cubicBezTo>
                <a:lnTo>
                  <a:pt x="53591" y="83736"/>
                </a:lnTo>
                <a:cubicBezTo>
                  <a:pt x="53591" y="80031"/>
                  <a:pt x="56585" y="77037"/>
                  <a:pt x="60290" y="77037"/>
                </a:cubicBezTo>
                <a:cubicBezTo>
                  <a:pt x="63995" y="77037"/>
                  <a:pt x="66989" y="80031"/>
                  <a:pt x="66989" y="83736"/>
                </a:cubicBezTo>
                <a:lnTo>
                  <a:pt x="66989" y="86416"/>
                </a:lnTo>
                <a:cubicBezTo>
                  <a:pt x="80115" y="83757"/>
                  <a:pt x="90456" y="73416"/>
                  <a:pt x="93115" y="60290"/>
                </a:cubicBezTo>
                <a:lnTo>
                  <a:pt x="90435" y="60290"/>
                </a:lnTo>
                <a:cubicBezTo>
                  <a:pt x="86730" y="60290"/>
                  <a:pt x="83736" y="57297"/>
                  <a:pt x="83736" y="53591"/>
                </a:cubicBezTo>
                <a:cubicBezTo>
                  <a:pt x="83736" y="49886"/>
                  <a:pt x="86730" y="46892"/>
                  <a:pt x="90435" y="46892"/>
                </a:cubicBezTo>
                <a:lnTo>
                  <a:pt x="93115" y="46892"/>
                </a:lnTo>
                <a:cubicBezTo>
                  <a:pt x="90456" y="33767"/>
                  <a:pt x="80115" y="23425"/>
                  <a:pt x="66989" y="20767"/>
                </a:cubicBezTo>
                <a:lnTo>
                  <a:pt x="66989" y="23446"/>
                </a:lnTo>
                <a:cubicBezTo>
                  <a:pt x="66989" y="27151"/>
                  <a:pt x="63995" y="30145"/>
                  <a:pt x="60290" y="30145"/>
                </a:cubicBezTo>
                <a:cubicBezTo>
                  <a:pt x="56585" y="30145"/>
                  <a:pt x="53591" y="27151"/>
                  <a:pt x="53591" y="23446"/>
                </a:cubicBezTo>
                <a:lnTo>
                  <a:pt x="53591" y="20767"/>
                </a:lnTo>
                <a:cubicBezTo>
                  <a:pt x="40466" y="23425"/>
                  <a:pt x="30124" y="33767"/>
                  <a:pt x="27465" y="46892"/>
                </a:cubicBezTo>
                <a:lnTo>
                  <a:pt x="30145" y="46892"/>
                </a:lnTo>
                <a:cubicBezTo>
                  <a:pt x="33850" y="46892"/>
                  <a:pt x="36844" y="49886"/>
                  <a:pt x="36844" y="53591"/>
                </a:cubicBezTo>
                <a:cubicBezTo>
                  <a:pt x="36844" y="57297"/>
                  <a:pt x="33850" y="60290"/>
                  <a:pt x="30145" y="60290"/>
                </a:cubicBezTo>
                <a:lnTo>
                  <a:pt x="27465" y="60290"/>
                </a:lnTo>
                <a:close/>
                <a:moveTo>
                  <a:pt x="60290" y="43543"/>
                </a:moveTo>
                <a:cubicBezTo>
                  <a:pt x="65836" y="43543"/>
                  <a:pt x="70338" y="48045"/>
                  <a:pt x="70338" y="53591"/>
                </a:cubicBezTo>
                <a:cubicBezTo>
                  <a:pt x="70338" y="59137"/>
                  <a:pt x="65836" y="63640"/>
                  <a:pt x="60290" y="63640"/>
                </a:cubicBezTo>
                <a:cubicBezTo>
                  <a:pt x="54744" y="63640"/>
                  <a:pt x="50242" y="59137"/>
                  <a:pt x="50242" y="53591"/>
                </a:cubicBezTo>
                <a:cubicBezTo>
                  <a:pt x="50242" y="48045"/>
                  <a:pt x="54744" y="43543"/>
                  <a:pt x="60290" y="4354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66354" y="4501662"/>
            <a:ext cx="92891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Tirs / tirs cadrés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7330" y="4787481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1018" y="4876800"/>
            <a:ext cx="93785" cy="107182"/>
          </a:xfrm>
          <a:custGeom>
            <a:avLst/>
            <a:gdLst/>
            <a:ahLst/>
            <a:cxnLst/>
            <a:rect l="l" t="t" r="r" b="b"/>
            <a:pathLst>
              <a:path w="93785" h="107182">
                <a:moveTo>
                  <a:pt x="40193" y="26796"/>
                </a:moveTo>
                <a:cubicBezTo>
                  <a:pt x="40193" y="15704"/>
                  <a:pt x="31188" y="6699"/>
                  <a:pt x="20097" y="6699"/>
                </a:cubicBezTo>
                <a:cubicBezTo>
                  <a:pt x="9005" y="6699"/>
                  <a:pt x="0" y="15704"/>
                  <a:pt x="0" y="26796"/>
                </a:cubicBezTo>
                <a:cubicBezTo>
                  <a:pt x="0" y="37887"/>
                  <a:pt x="9005" y="46892"/>
                  <a:pt x="20097" y="46892"/>
                </a:cubicBezTo>
                <a:cubicBezTo>
                  <a:pt x="31188" y="46892"/>
                  <a:pt x="40193" y="37887"/>
                  <a:pt x="40193" y="26796"/>
                </a:cubicBezTo>
                <a:close/>
                <a:moveTo>
                  <a:pt x="93785" y="80387"/>
                </a:moveTo>
                <a:cubicBezTo>
                  <a:pt x="93785" y="69295"/>
                  <a:pt x="84780" y="60290"/>
                  <a:pt x="73688" y="60290"/>
                </a:cubicBezTo>
                <a:cubicBezTo>
                  <a:pt x="62596" y="60290"/>
                  <a:pt x="53591" y="69295"/>
                  <a:pt x="53591" y="80387"/>
                </a:cubicBezTo>
                <a:cubicBezTo>
                  <a:pt x="53591" y="91478"/>
                  <a:pt x="62596" y="100484"/>
                  <a:pt x="73688" y="100484"/>
                </a:cubicBezTo>
                <a:cubicBezTo>
                  <a:pt x="84780" y="100484"/>
                  <a:pt x="93785" y="91478"/>
                  <a:pt x="93785" y="80387"/>
                </a:cubicBezTo>
                <a:close/>
                <a:moveTo>
                  <a:pt x="91817" y="18129"/>
                </a:moveTo>
                <a:cubicBezTo>
                  <a:pt x="94434" y="15512"/>
                  <a:pt x="94434" y="11263"/>
                  <a:pt x="91817" y="8646"/>
                </a:cubicBezTo>
                <a:cubicBezTo>
                  <a:pt x="89200" y="6029"/>
                  <a:pt x="84950" y="6029"/>
                  <a:pt x="82334" y="8646"/>
                </a:cubicBezTo>
                <a:lnTo>
                  <a:pt x="1947" y="89033"/>
                </a:lnTo>
                <a:cubicBezTo>
                  <a:pt x="-670" y="91649"/>
                  <a:pt x="-670" y="95899"/>
                  <a:pt x="1947" y="98516"/>
                </a:cubicBezTo>
                <a:cubicBezTo>
                  <a:pt x="4564" y="101132"/>
                  <a:pt x="8813" y="101132"/>
                  <a:pt x="11430" y="98516"/>
                </a:cubicBezTo>
                <a:lnTo>
                  <a:pt x="91817" y="1812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766354" y="4841073"/>
            <a:ext cx="65202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Possession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7330" y="5126892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4319" y="5216211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105215" y="31527"/>
                </a:moveTo>
                <a:lnTo>
                  <a:pt x="85118" y="51623"/>
                </a:lnTo>
                <a:cubicBezTo>
                  <a:pt x="83192" y="53549"/>
                  <a:pt x="80324" y="54115"/>
                  <a:pt x="77812" y="53068"/>
                </a:cubicBezTo>
                <a:cubicBezTo>
                  <a:pt x="75300" y="52021"/>
                  <a:pt x="73688" y="49593"/>
                  <a:pt x="73688" y="46892"/>
                </a:cubicBezTo>
                <a:lnTo>
                  <a:pt x="73688" y="33495"/>
                </a:lnTo>
                <a:lnTo>
                  <a:pt x="6699" y="33495"/>
                </a:lnTo>
                <a:cubicBezTo>
                  <a:pt x="2994" y="33495"/>
                  <a:pt x="0" y="30501"/>
                  <a:pt x="0" y="26796"/>
                </a:cubicBezTo>
                <a:cubicBezTo>
                  <a:pt x="0" y="23090"/>
                  <a:pt x="2994" y="20097"/>
                  <a:pt x="6699" y="20097"/>
                </a:cubicBezTo>
                <a:lnTo>
                  <a:pt x="73688" y="20097"/>
                </a:lnTo>
                <a:lnTo>
                  <a:pt x="73688" y="6699"/>
                </a:lnTo>
                <a:cubicBezTo>
                  <a:pt x="73688" y="3998"/>
                  <a:pt x="75321" y="1549"/>
                  <a:pt x="77833" y="502"/>
                </a:cubicBezTo>
                <a:cubicBezTo>
                  <a:pt x="80345" y="-544"/>
                  <a:pt x="83213" y="42"/>
                  <a:pt x="85139" y="1947"/>
                </a:cubicBezTo>
                <a:lnTo>
                  <a:pt x="105236" y="22044"/>
                </a:lnTo>
                <a:cubicBezTo>
                  <a:pt x="107852" y="24660"/>
                  <a:pt x="107852" y="28910"/>
                  <a:pt x="105236" y="31527"/>
                </a:cubicBezTo>
                <a:close/>
                <a:moveTo>
                  <a:pt x="22044" y="105215"/>
                </a:moveTo>
                <a:lnTo>
                  <a:pt x="1947" y="85118"/>
                </a:lnTo>
                <a:cubicBezTo>
                  <a:pt x="-670" y="82501"/>
                  <a:pt x="-670" y="78252"/>
                  <a:pt x="1947" y="75635"/>
                </a:cubicBezTo>
                <a:lnTo>
                  <a:pt x="22044" y="55538"/>
                </a:lnTo>
                <a:cubicBezTo>
                  <a:pt x="23970" y="53612"/>
                  <a:pt x="26837" y="53047"/>
                  <a:pt x="29350" y="54094"/>
                </a:cubicBezTo>
                <a:cubicBezTo>
                  <a:pt x="31862" y="55140"/>
                  <a:pt x="33495" y="57590"/>
                  <a:pt x="33495" y="60290"/>
                </a:cubicBezTo>
                <a:lnTo>
                  <a:pt x="33495" y="73688"/>
                </a:lnTo>
                <a:lnTo>
                  <a:pt x="100484" y="73688"/>
                </a:lnTo>
                <a:cubicBezTo>
                  <a:pt x="104189" y="73688"/>
                  <a:pt x="107182" y="76681"/>
                  <a:pt x="107182" y="80387"/>
                </a:cubicBezTo>
                <a:cubicBezTo>
                  <a:pt x="107182" y="84092"/>
                  <a:pt x="104189" y="87086"/>
                  <a:pt x="100484" y="87086"/>
                </a:cubicBezTo>
                <a:lnTo>
                  <a:pt x="33495" y="87086"/>
                </a:lnTo>
                <a:lnTo>
                  <a:pt x="33495" y="100484"/>
                </a:lnTo>
                <a:cubicBezTo>
                  <a:pt x="33495" y="103184"/>
                  <a:pt x="31862" y="105633"/>
                  <a:pt x="29350" y="106680"/>
                </a:cubicBezTo>
                <a:cubicBezTo>
                  <a:pt x="26837" y="107727"/>
                  <a:pt x="23970" y="107141"/>
                  <a:pt x="22044" y="1052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766354" y="5180484"/>
            <a:ext cx="884255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Passes réussies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7330" y="5466303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0921" y="5537758"/>
            <a:ext cx="366207" cy="142910"/>
          </a:xfrm>
          <a:custGeom>
            <a:avLst/>
            <a:gdLst/>
            <a:ahLst/>
            <a:cxnLst/>
            <a:rect l="l" t="t" r="r" b="b"/>
            <a:pathLst>
              <a:path w="366207" h="142910">
                <a:moveTo>
                  <a:pt x="35727" y="0"/>
                </a:moveTo>
                <a:lnTo>
                  <a:pt x="330479" y="0"/>
                </a:lnTo>
                <a:cubicBezTo>
                  <a:pt x="350211" y="0"/>
                  <a:pt x="366207" y="15996"/>
                  <a:pt x="366207" y="35727"/>
                </a:cubicBezTo>
                <a:lnTo>
                  <a:pt x="366207" y="107182"/>
                </a:lnTo>
                <a:cubicBezTo>
                  <a:pt x="366207" y="126914"/>
                  <a:pt x="350211" y="142910"/>
                  <a:pt x="330479" y="142910"/>
                </a:cubicBezTo>
                <a:lnTo>
                  <a:pt x="35727" y="142910"/>
                </a:lnTo>
                <a:cubicBezTo>
                  <a:pt x="15996" y="142910"/>
                  <a:pt x="0" y="126914"/>
                  <a:pt x="0" y="10718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60921" y="5537758"/>
            <a:ext cx="419798" cy="142910"/>
          </a:xfrm>
          <a:prstGeom prst="rect">
            <a:avLst/>
          </a:prstGeom>
          <a:noFill/>
          <a:ln/>
        </p:spPr>
        <p:txBody>
          <a:bodyPr wrap="square" lIns="53591" tIns="0" rIns="53591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PPDA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7243" y="5519895"/>
            <a:ext cx="96464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Pressing défensif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35269" y="2818899"/>
            <a:ext cx="3722803" cy="3079708"/>
          </a:xfrm>
          <a:custGeom>
            <a:avLst/>
            <a:gdLst/>
            <a:ahLst/>
            <a:cxnLst/>
            <a:rect l="l" t="t" r="r" b="b"/>
            <a:pathLst>
              <a:path w="3722803" h="3079708">
                <a:moveTo>
                  <a:pt x="107174" y="0"/>
                </a:moveTo>
                <a:lnTo>
                  <a:pt x="3615629" y="0"/>
                </a:lnTo>
                <a:cubicBezTo>
                  <a:pt x="3674819" y="0"/>
                  <a:pt x="3722803" y="47983"/>
                  <a:pt x="3722803" y="107174"/>
                </a:cubicBezTo>
                <a:lnTo>
                  <a:pt x="3722803" y="2972534"/>
                </a:lnTo>
                <a:cubicBezTo>
                  <a:pt x="3722803" y="3031725"/>
                  <a:pt x="3674819" y="3079708"/>
                  <a:pt x="3615629" y="3079708"/>
                </a:cubicBezTo>
                <a:lnTo>
                  <a:pt x="107174" y="3079708"/>
                </a:lnTo>
                <a:cubicBezTo>
                  <a:pt x="47983" y="3079708"/>
                  <a:pt x="0" y="3031725"/>
                  <a:pt x="0" y="2972534"/>
                </a:cubicBezTo>
                <a:lnTo>
                  <a:pt x="0" y="107174"/>
                </a:lnTo>
                <a:cubicBezTo>
                  <a:pt x="0" y="48023"/>
                  <a:pt x="48023" y="0"/>
                  <a:pt x="10717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1751" y="296538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471070" y="3072563"/>
            <a:ext cx="178637" cy="142910"/>
          </a:xfrm>
          <a:custGeom>
            <a:avLst/>
            <a:gdLst/>
            <a:ahLst/>
            <a:cxnLst/>
            <a:rect l="l" t="t" r="r" b="b"/>
            <a:pathLst>
              <a:path w="178637" h="142910">
                <a:moveTo>
                  <a:pt x="89319" y="4466"/>
                </a:moveTo>
                <a:cubicBezTo>
                  <a:pt x="105340" y="4466"/>
                  <a:pt x="118347" y="17473"/>
                  <a:pt x="118347" y="33495"/>
                </a:cubicBezTo>
                <a:cubicBezTo>
                  <a:pt x="118347" y="49516"/>
                  <a:pt x="105340" y="62523"/>
                  <a:pt x="89319" y="62523"/>
                </a:cubicBezTo>
                <a:cubicBezTo>
                  <a:pt x="73297" y="62523"/>
                  <a:pt x="60290" y="49516"/>
                  <a:pt x="60290" y="33495"/>
                </a:cubicBezTo>
                <a:cubicBezTo>
                  <a:pt x="60290" y="17473"/>
                  <a:pt x="73297" y="4466"/>
                  <a:pt x="89319" y="4466"/>
                </a:cubicBezTo>
                <a:close/>
                <a:moveTo>
                  <a:pt x="26796" y="24563"/>
                </a:moveTo>
                <a:cubicBezTo>
                  <a:pt x="37887" y="24563"/>
                  <a:pt x="46892" y="33568"/>
                  <a:pt x="46892" y="44659"/>
                </a:cubicBezTo>
                <a:cubicBezTo>
                  <a:pt x="46892" y="55751"/>
                  <a:pt x="37887" y="64756"/>
                  <a:pt x="26796" y="64756"/>
                </a:cubicBezTo>
                <a:cubicBezTo>
                  <a:pt x="15704" y="64756"/>
                  <a:pt x="6699" y="55751"/>
                  <a:pt x="6699" y="44659"/>
                </a:cubicBezTo>
                <a:cubicBezTo>
                  <a:pt x="6699" y="33568"/>
                  <a:pt x="15704" y="24563"/>
                  <a:pt x="26796" y="24563"/>
                </a:cubicBezTo>
                <a:close/>
                <a:moveTo>
                  <a:pt x="0" y="116114"/>
                </a:moveTo>
                <a:cubicBezTo>
                  <a:pt x="0" y="96380"/>
                  <a:pt x="15994" y="80387"/>
                  <a:pt x="35727" y="80387"/>
                </a:cubicBezTo>
                <a:cubicBezTo>
                  <a:pt x="39300" y="80387"/>
                  <a:pt x="42761" y="80917"/>
                  <a:pt x="46027" y="81894"/>
                </a:cubicBezTo>
                <a:cubicBezTo>
                  <a:pt x="36844" y="92166"/>
                  <a:pt x="31262" y="105731"/>
                  <a:pt x="31262" y="120580"/>
                </a:cubicBezTo>
                <a:lnTo>
                  <a:pt x="31262" y="125046"/>
                </a:lnTo>
                <a:cubicBezTo>
                  <a:pt x="31262" y="128228"/>
                  <a:pt x="31931" y="131243"/>
                  <a:pt x="33132" y="133978"/>
                </a:cubicBezTo>
                <a:lnTo>
                  <a:pt x="8932" y="133978"/>
                </a:lnTo>
                <a:cubicBezTo>
                  <a:pt x="3991" y="133978"/>
                  <a:pt x="0" y="129987"/>
                  <a:pt x="0" y="125046"/>
                </a:cubicBezTo>
                <a:lnTo>
                  <a:pt x="0" y="116114"/>
                </a:lnTo>
                <a:close/>
                <a:moveTo>
                  <a:pt x="145506" y="133978"/>
                </a:moveTo>
                <a:cubicBezTo>
                  <a:pt x="146706" y="131243"/>
                  <a:pt x="147376" y="128228"/>
                  <a:pt x="147376" y="125046"/>
                </a:cubicBezTo>
                <a:lnTo>
                  <a:pt x="147376" y="120580"/>
                </a:lnTo>
                <a:cubicBezTo>
                  <a:pt x="147376" y="105731"/>
                  <a:pt x="141793" y="92166"/>
                  <a:pt x="132610" y="81894"/>
                </a:cubicBezTo>
                <a:cubicBezTo>
                  <a:pt x="135876" y="80917"/>
                  <a:pt x="139337" y="80387"/>
                  <a:pt x="142910" y="80387"/>
                </a:cubicBezTo>
                <a:cubicBezTo>
                  <a:pt x="162644" y="80387"/>
                  <a:pt x="178637" y="96380"/>
                  <a:pt x="178637" y="116114"/>
                </a:cubicBezTo>
                <a:lnTo>
                  <a:pt x="178637" y="125046"/>
                </a:lnTo>
                <a:cubicBezTo>
                  <a:pt x="178637" y="129987"/>
                  <a:pt x="174646" y="133978"/>
                  <a:pt x="169705" y="133978"/>
                </a:cubicBezTo>
                <a:lnTo>
                  <a:pt x="145506" y="133978"/>
                </a:lnTo>
                <a:close/>
                <a:moveTo>
                  <a:pt x="131745" y="44659"/>
                </a:moveTo>
                <a:cubicBezTo>
                  <a:pt x="131745" y="33568"/>
                  <a:pt x="140750" y="24563"/>
                  <a:pt x="151842" y="24563"/>
                </a:cubicBezTo>
                <a:cubicBezTo>
                  <a:pt x="162933" y="24563"/>
                  <a:pt x="171938" y="33568"/>
                  <a:pt x="171938" y="44659"/>
                </a:cubicBezTo>
                <a:cubicBezTo>
                  <a:pt x="171938" y="55751"/>
                  <a:pt x="162933" y="64756"/>
                  <a:pt x="151842" y="64756"/>
                </a:cubicBezTo>
                <a:cubicBezTo>
                  <a:pt x="140750" y="64756"/>
                  <a:pt x="131745" y="55751"/>
                  <a:pt x="131745" y="44659"/>
                </a:cubicBezTo>
                <a:close/>
                <a:moveTo>
                  <a:pt x="44659" y="120580"/>
                </a:moveTo>
                <a:cubicBezTo>
                  <a:pt x="44659" y="95906"/>
                  <a:pt x="64644" y="75921"/>
                  <a:pt x="89319" y="75921"/>
                </a:cubicBezTo>
                <a:cubicBezTo>
                  <a:pt x="113993" y="75921"/>
                  <a:pt x="133978" y="95906"/>
                  <a:pt x="133978" y="120580"/>
                </a:cubicBezTo>
                <a:lnTo>
                  <a:pt x="133978" y="125046"/>
                </a:lnTo>
                <a:cubicBezTo>
                  <a:pt x="133978" y="129987"/>
                  <a:pt x="129987" y="133978"/>
                  <a:pt x="125046" y="133978"/>
                </a:cubicBezTo>
                <a:lnTo>
                  <a:pt x="53591" y="133978"/>
                </a:lnTo>
                <a:cubicBezTo>
                  <a:pt x="48651" y="133978"/>
                  <a:pt x="44659" y="129987"/>
                  <a:pt x="44659" y="125046"/>
                </a:cubicBezTo>
                <a:lnTo>
                  <a:pt x="44659" y="12058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208" y="3018971"/>
            <a:ext cx="136657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Équipe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81751" y="3429837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448740" y="3519156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13398" y="13398"/>
                </a:moveTo>
                <a:cubicBezTo>
                  <a:pt x="13398" y="9692"/>
                  <a:pt x="10404" y="6699"/>
                  <a:pt x="6699" y="6699"/>
                </a:cubicBezTo>
                <a:cubicBezTo>
                  <a:pt x="2994" y="6699"/>
                  <a:pt x="0" y="9692"/>
                  <a:pt x="0" y="13398"/>
                </a:cubicBezTo>
                <a:lnTo>
                  <a:pt x="0" y="83736"/>
                </a:lnTo>
                <a:cubicBezTo>
                  <a:pt x="0" y="92989"/>
                  <a:pt x="7494" y="100484"/>
                  <a:pt x="16747" y="100484"/>
                </a:cubicBezTo>
                <a:lnTo>
                  <a:pt x="100484" y="100484"/>
                </a:lnTo>
                <a:cubicBezTo>
                  <a:pt x="104189" y="100484"/>
                  <a:pt x="107182" y="97490"/>
                  <a:pt x="107182" y="93785"/>
                </a:cubicBezTo>
                <a:cubicBezTo>
                  <a:pt x="107182" y="90079"/>
                  <a:pt x="104189" y="87086"/>
                  <a:pt x="100484" y="87086"/>
                </a:cubicBezTo>
                <a:lnTo>
                  <a:pt x="16747" y="87086"/>
                </a:lnTo>
                <a:cubicBezTo>
                  <a:pt x="14905" y="87086"/>
                  <a:pt x="13398" y="85578"/>
                  <a:pt x="13398" y="83736"/>
                </a:cubicBezTo>
                <a:lnTo>
                  <a:pt x="13398" y="13398"/>
                </a:lnTo>
                <a:close/>
                <a:moveTo>
                  <a:pt x="98516" y="31527"/>
                </a:moveTo>
                <a:cubicBezTo>
                  <a:pt x="101132" y="28910"/>
                  <a:pt x="101132" y="24660"/>
                  <a:pt x="98516" y="22044"/>
                </a:cubicBezTo>
                <a:cubicBezTo>
                  <a:pt x="95899" y="19427"/>
                  <a:pt x="91649" y="19427"/>
                  <a:pt x="89033" y="22044"/>
                </a:cubicBezTo>
                <a:lnTo>
                  <a:pt x="66989" y="44108"/>
                </a:lnTo>
                <a:lnTo>
                  <a:pt x="54973" y="32113"/>
                </a:lnTo>
                <a:cubicBezTo>
                  <a:pt x="52356" y="29496"/>
                  <a:pt x="48106" y="29496"/>
                  <a:pt x="45490" y="32113"/>
                </a:cubicBezTo>
                <a:lnTo>
                  <a:pt x="25393" y="52210"/>
                </a:lnTo>
                <a:cubicBezTo>
                  <a:pt x="22776" y="54826"/>
                  <a:pt x="22776" y="59076"/>
                  <a:pt x="25393" y="61693"/>
                </a:cubicBezTo>
                <a:cubicBezTo>
                  <a:pt x="28010" y="64309"/>
                  <a:pt x="32259" y="64309"/>
                  <a:pt x="34876" y="61693"/>
                </a:cubicBezTo>
                <a:lnTo>
                  <a:pt x="50242" y="46327"/>
                </a:lnTo>
                <a:lnTo>
                  <a:pt x="62258" y="58343"/>
                </a:lnTo>
                <a:cubicBezTo>
                  <a:pt x="64875" y="60960"/>
                  <a:pt x="69124" y="60960"/>
                  <a:pt x="71741" y="58343"/>
                </a:cubicBezTo>
                <a:lnTo>
                  <a:pt x="98537" y="3154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640775" y="3483429"/>
            <a:ext cx="1116484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Forme 5-10 matchs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81751" y="3769248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4435343" y="3840703"/>
            <a:ext cx="232229" cy="142910"/>
          </a:xfrm>
          <a:custGeom>
            <a:avLst/>
            <a:gdLst/>
            <a:ahLst/>
            <a:cxnLst/>
            <a:rect l="l" t="t" r="r" b="b"/>
            <a:pathLst>
              <a:path w="232229" h="142910">
                <a:moveTo>
                  <a:pt x="35727" y="0"/>
                </a:moveTo>
                <a:lnTo>
                  <a:pt x="196501" y="0"/>
                </a:lnTo>
                <a:cubicBezTo>
                  <a:pt x="216233" y="0"/>
                  <a:pt x="232229" y="15996"/>
                  <a:pt x="232229" y="35727"/>
                </a:cubicBezTo>
                <a:lnTo>
                  <a:pt x="232229" y="107182"/>
                </a:lnTo>
                <a:cubicBezTo>
                  <a:pt x="232229" y="126914"/>
                  <a:pt x="216233" y="142910"/>
                  <a:pt x="196501" y="142910"/>
                </a:cubicBezTo>
                <a:lnTo>
                  <a:pt x="35727" y="142910"/>
                </a:lnTo>
                <a:cubicBezTo>
                  <a:pt x="15996" y="142910"/>
                  <a:pt x="0" y="126914"/>
                  <a:pt x="0" y="10718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435343" y="3840703"/>
            <a:ext cx="285820" cy="142910"/>
          </a:xfrm>
          <a:prstGeom prst="rect">
            <a:avLst/>
          </a:prstGeom>
          <a:noFill/>
          <a:ln/>
        </p:spPr>
        <p:txBody>
          <a:bodyPr wrap="square" lIns="53591" tIns="0" rIns="53591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741483" y="3822840"/>
            <a:ext cx="90211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Goals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381751" y="4108659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4435343" y="4180114"/>
            <a:ext cx="303684" cy="142910"/>
          </a:xfrm>
          <a:custGeom>
            <a:avLst/>
            <a:gdLst/>
            <a:ahLst/>
            <a:cxnLst/>
            <a:rect l="l" t="t" r="r" b="b"/>
            <a:pathLst>
              <a:path w="303684" h="142910">
                <a:moveTo>
                  <a:pt x="35727" y="0"/>
                </a:moveTo>
                <a:lnTo>
                  <a:pt x="267956" y="0"/>
                </a:lnTo>
                <a:cubicBezTo>
                  <a:pt x="287688" y="0"/>
                  <a:pt x="303684" y="15996"/>
                  <a:pt x="303684" y="35727"/>
                </a:cubicBezTo>
                <a:lnTo>
                  <a:pt x="303684" y="107182"/>
                </a:lnTo>
                <a:cubicBezTo>
                  <a:pt x="303684" y="126914"/>
                  <a:pt x="287688" y="142910"/>
                  <a:pt x="267956" y="142910"/>
                </a:cubicBezTo>
                <a:lnTo>
                  <a:pt x="35727" y="142910"/>
                </a:lnTo>
                <a:cubicBezTo>
                  <a:pt x="15996" y="142910"/>
                  <a:pt x="0" y="126914"/>
                  <a:pt x="0" y="10718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435343" y="4180114"/>
            <a:ext cx="357275" cy="142910"/>
          </a:xfrm>
          <a:prstGeom prst="rect">
            <a:avLst/>
          </a:prstGeom>
          <a:noFill/>
          <a:ln/>
        </p:spPr>
        <p:txBody>
          <a:bodyPr wrap="square" lIns="53591" tIns="0" rIns="53591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xGA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810257" y="4162251"/>
            <a:ext cx="133084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Goals Against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381751" y="4448070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455439" y="4537389"/>
            <a:ext cx="93785" cy="107182"/>
          </a:xfrm>
          <a:custGeom>
            <a:avLst/>
            <a:gdLst/>
            <a:ahLst/>
            <a:cxnLst/>
            <a:rect l="l" t="t" r="r" b="b"/>
            <a:pathLst>
              <a:path w="93785" h="107182">
                <a:moveTo>
                  <a:pt x="15345" y="40193"/>
                </a:moveTo>
                <a:cubicBezTo>
                  <a:pt x="21102" y="20829"/>
                  <a:pt x="39042" y="6699"/>
                  <a:pt x="60290" y="6699"/>
                </a:cubicBezTo>
                <a:lnTo>
                  <a:pt x="73688" y="6699"/>
                </a:lnTo>
                <a:cubicBezTo>
                  <a:pt x="77393" y="6699"/>
                  <a:pt x="80387" y="9692"/>
                  <a:pt x="80387" y="13398"/>
                </a:cubicBezTo>
                <a:cubicBezTo>
                  <a:pt x="80387" y="17103"/>
                  <a:pt x="77393" y="20097"/>
                  <a:pt x="73688" y="20097"/>
                </a:cubicBezTo>
                <a:lnTo>
                  <a:pt x="60290" y="20097"/>
                </a:lnTo>
                <a:cubicBezTo>
                  <a:pt x="46557" y="20097"/>
                  <a:pt x="34751" y="28366"/>
                  <a:pt x="29580" y="40193"/>
                </a:cubicBezTo>
                <a:lnTo>
                  <a:pt x="56941" y="40193"/>
                </a:lnTo>
                <a:cubicBezTo>
                  <a:pt x="59725" y="40193"/>
                  <a:pt x="61965" y="42433"/>
                  <a:pt x="61965" y="45218"/>
                </a:cubicBezTo>
                <a:cubicBezTo>
                  <a:pt x="61965" y="48002"/>
                  <a:pt x="59725" y="50242"/>
                  <a:pt x="56941" y="50242"/>
                </a:cubicBezTo>
                <a:lnTo>
                  <a:pt x="26963" y="50242"/>
                </a:lnTo>
                <a:cubicBezTo>
                  <a:pt x="26858" y="51351"/>
                  <a:pt x="26796" y="52461"/>
                  <a:pt x="26796" y="53591"/>
                </a:cubicBezTo>
                <a:cubicBezTo>
                  <a:pt x="26796" y="54722"/>
                  <a:pt x="26858" y="55831"/>
                  <a:pt x="26963" y="56941"/>
                </a:cubicBezTo>
                <a:lnTo>
                  <a:pt x="56941" y="56941"/>
                </a:lnTo>
                <a:cubicBezTo>
                  <a:pt x="59725" y="56941"/>
                  <a:pt x="61965" y="59181"/>
                  <a:pt x="61965" y="61965"/>
                </a:cubicBezTo>
                <a:cubicBezTo>
                  <a:pt x="61965" y="64749"/>
                  <a:pt x="59725" y="66989"/>
                  <a:pt x="56941" y="66989"/>
                </a:cubicBezTo>
                <a:lnTo>
                  <a:pt x="29580" y="66989"/>
                </a:lnTo>
                <a:cubicBezTo>
                  <a:pt x="34751" y="78817"/>
                  <a:pt x="46557" y="87086"/>
                  <a:pt x="60290" y="87086"/>
                </a:cubicBezTo>
                <a:lnTo>
                  <a:pt x="73688" y="87086"/>
                </a:lnTo>
                <a:cubicBezTo>
                  <a:pt x="77393" y="87086"/>
                  <a:pt x="80387" y="90079"/>
                  <a:pt x="80387" y="93785"/>
                </a:cubicBezTo>
                <a:cubicBezTo>
                  <a:pt x="80387" y="97490"/>
                  <a:pt x="77393" y="100484"/>
                  <a:pt x="73688" y="100484"/>
                </a:cubicBezTo>
                <a:lnTo>
                  <a:pt x="60290" y="100484"/>
                </a:lnTo>
                <a:cubicBezTo>
                  <a:pt x="39042" y="100484"/>
                  <a:pt x="21102" y="86353"/>
                  <a:pt x="15345" y="66989"/>
                </a:cubicBezTo>
                <a:lnTo>
                  <a:pt x="8374" y="66989"/>
                </a:lnTo>
                <a:cubicBezTo>
                  <a:pt x="5589" y="66989"/>
                  <a:pt x="3349" y="64749"/>
                  <a:pt x="3349" y="61965"/>
                </a:cubicBezTo>
                <a:cubicBezTo>
                  <a:pt x="3349" y="59181"/>
                  <a:pt x="5589" y="56941"/>
                  <a:pt x="8374" y="56941"/>
                </a:cubicBezTo>
                <a:lnTo>
                  <a:pt x="13523" y="56941"/>
                </a:lnTo>
                <a:cubicBezTo>
                  <a:pt x="13377" y="54743"/>
                  <a:pt x="13377" y="52440"/>
                  <a:pt x="13523" y="50242"/>
                </a:cubicBezTo>
                <a:lnTo>
                  <a:pt x="8374" y="50242"/>
                </a:lnTo>
                <a:cubicBezTo>
                  <a:pt x="5589" y="50242"/>
                  <a:pt x="3349" y="48002"/>
                  <a:pt x="3349" y="45218"/>
                </a:cubicBezTo>
                <a:cubicBezTo>
                  <a:pt x="3349" y="42433"/>
                  <a:pt x="5589" y="40193"/>
                  <a:pt x="8374" y="40193"/>
                </a:cubicBezTo>
                <a:lnTo>
                  <a:pt x="15345" y="40193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4640775" y="4501662"/>
            <a:ext cx="81280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Valeur effectif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381751" y="4787481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455439" y="4876800"/>
            <a:ext cx="93785" cy="107182"/>
          </a:xfrm>
          <a:custGeom>
            <a:avLst/>
            <a:gdLst/>
            <a:ahLst/>
            <a:cxnLst/>
            <a:rect l="l" t="t" r="r" b="b"/>
            <a:pathLst>
              <a:path w="93785" h="107182">
                <a:moveTo>
                  <a:pt x="18087" y="-2198"/>
                </a:moveTo>
                <a:lnTo>
                  <a:pt x="12937" y="6615"/>
                </a:lnTo>
                <a:cubicBezTo>
                  <a:pt x="12142" y="7976"/>
                  <a:pt x="11723" y="9546"/>
                  <a:pt x="11723" y="11137"/>
                </a:cubicBezTo>
                <a:lnTo>
                  <a:pt x="11723" y="11723"/>
                </a:lnTo>
                <a:cubicBezTo>
                  <a:pt x="11723" y="16350"/>
                  <a:pt x="15470" y="20097"/>
                  <a:pt x="20097" y="20097"/>
                </a:cubicBezTo>
                <a:cubicBezTo>
                  <a:pt x="24723" y="20097"/>
                  <a:pt x="28470" y="16350"/>
                  <a:pt x="28470" y="11723"/>
                </a:cubicBezTo>
                <a:lnTo>
                  <a:pt x="28470" y="11137"/>
                </a:lnTo>
                <a:cubicBezTo>
                  <a:pt x="28470" y="9546"/>
                  <a:pt x="28052" y="7997"/>
                  <a:pt x="27256" y="6615"/>
                </a:cubicBezTo>
                <a:lnTo>
                  <a:pt x="22106" y="-2198"/>
                </a:lnTo>
                <a:cubicBezTo>
                  <a:pt x="21688" y="-2910"/>
                  <a:pt x="20913" y="-3349"/>
                  <a:pt x="20097" y="-3349"/>
                </a:cubicBezTo>
                <a:cubicBezTo>
                  <a:pt x="19280" y="-3349"/>
                  <a:pt x="18506" y="-2910"/>
                  <a:pt x="18087" y="-2198"/>
                </a:cubicBezTo>
                <a:close/>
                <a:moveTo>
                  <a:pt x="44883" y="-2198"/>
                </a:moveTo>
                <a:lnTo>
                  <a:pt x="39733" y="6615"/>
                </a:lnTo>
                <a:cubicBezTo>
                  <a:pt x="38937" y="7976"/>
                  <a:pt x="38519" y="9546"/>
                  <a:pt x="38519" y="11137"/>
                </a:cubicBezTo>
                <a:lnTo>
                  <a:pt x="38519" y="11723"/>
                </a:lnTo>
                <a:cubicBezTo>
                  <a:pt x="38519" y="16350"/>
                  <a:pt x="42266" y="20097"/>
                  <a:pt x="46892" y="20097"/>
                </a:cubicBezTo>
                <a:cubicBezTo>
                  <a:pt x="51519" y="20097"/>
                  <a:pt x="55266" y="16350"/>
                  <a:pt x="55266" y="11723"/>
                </a:cubicBezTo>
                <a:lnTo>
                  <a:pt x="55266" y="11137"/>
                </a:lnTo>
                <a:cubicBezTo>
                  <a:pt x="55266" y="9546"/>
                  <a:pt x="54847" y="7997"/>
                  <a:pt x="54052" y="6615"/>
                </a:cubicBezTo>
                <a:lnTo>
                  <a:pt x="48902" y="-2198"/>
                </a:lnTo>
                <a:cubicBezTo>
                  <a:pt x="48483" y="-2910"/>
                  <a:pt x="47709" y="-3349"/>
                  <a:pt x="46892" y="-3349"/>
                </a:cubicBezTo>
                <a:cubicBezTo>
                  <a:pt x="46076" y="-3349"/>
                  <a:pt x="45301" y="-2910"/>
                  <a:pt x="44883" y="-2198"/>
                </a:cubicBezTo>
                <a:close/>
                <a:moveTo>
                  <a:pt x="66528" y="6615"/>
                </a:moveTo>
                <a:cubicBezTo>
                  <a:pt x="65733" y="7976"/>
                  <a:pt x="65314" y="9546"/>
                  <a:pt x="65314" y="11137"/>
                </a:cubicBezTo>
                <a:lnTo>
                  <a:pt x="65314" y="11723"/>
                </a:lnTo>
                <a:cubicBezTo>
                  <a:pt x="65314" y="16350"/>
                  <a:pt x="69061" y="20097"/>
                  <a:pt x="73688" y="20097"/>
                </a:cubicBezTo>
                <a:cubicBezTo>
                  <a:pt x="78314" y="20097"/>
                  <a:pt x="82062" y="16350"/>
                  <a:pt x="82062" y="11723"/>
                </a:cubicBezTo>
                <a:lnTo>
                  <a:pt x="82062" y="11137"/>
                </a:lnTo>
                <a:cubicBezTo>
                  <a:pt x="82062" y="9546"/>
                  <a:pt x="81643" y="7997"/>
                  <a:pt x="80847" y="6615"/>
                </a:cubicBezTo>
                <a:lnTo>
                  <a:pt x="75698" y="-2198"/>
                </a:lnTo>
                <a:cubicBezTo>
                  <a:pt x="75279" y="-2910"/>
                  <a:pt x="74504" y="-3349"/>
                  <a:pt x="73688" y="-3349"/>
                </a:cubicBezTo>
                <a:cubicBezTo>
                  <a:pt x="72871" y="-3349"/>
                  <a:pt x="72097" y="-2910"/>
                  <a:pt x="71678" y="-2198"/>
                </a:cubicBezTo>
                <a:lnTo>
                  <a:pt x="66528" y="6615"/>
                </a:lnTo>
                <a:close/>
                <a:moveTo>
                  <a:pt x="26796" y="33495"/>
                </a:moveTo>
                <a:cubicBezTo>
                  <a:pt x="26796" y="29789"/>
                  <a:pt x="23802" y="26796"/>
                  <a:pt x="20097" y="26796"/>
                </a:cubicBezTo>
                <a:cubicBezTo>
                  <a:pt x="16391" y="26796"/>
                  <a:pt x="13398" y="29789"/>
                  <a:pt x="13398" y="33495"/>
                </a:cubicBezTo>
                <a:lnTo>
                  <a:pt x="13398" y="44694"/>
                </a:lnTo>
                <a:cubicBezTo>
                  <a:pt x="5589" y="47437"/>
                  <a:pt x="0" y="54889"/>
                  <a:pt x="0" y="63640"/>
                </a:cubicBezTo>
                <a:lnTo>
                  <a:pt x="0" y="67994"/>
                </a:lnTo>
                <a:cubicBezTo>
                  <a:pt x="4375" y="68266"/>
                  <a:pt x="8709" y="69522"/>
                  <a:pt x="12623" y="71762"/>
                </a:cubicBezTo>
                <a:lnTo>
                  <a:pt x="14110" y="72620"/>
                </a:lnTo>
                <a:cubicBezTo>
                  <a:pt x="19615" y="75760"/>
                  <a:pt x="26440" y="75425"/>
                  <a:pt x="31610" y="71741"/>
                </a:cubicBezTo>
                <a:cubicBezTo>
                  <a:pt x="40759" y="65210"/>
                  <a:pt x="53026" y="65210"/>
                  <a:pt x="62174" y="71741"/>
                </a:cubicBezTo>
                <a:cubicBezTo>
                  <a:pt x="67324" y="75425"/>
                  <a:pt x="74169" y="75781"/>
                  <a:pt x="79675" y="72620"/>
                </a:cubicBezTo>
                <a:lnTo>
                  <a:pt x="81161" y="71762"/>
                </a:lnTo>
                <a:cubicBezTo>
                  <a:pt x="85076" y="69522"/>
                  <a:pt x="89388" y="68266"/>
                  <a:pt x="93785" y="67994"/>
                </a:cubicBezTo>
                <a:lnTo>
                  <a:pt x="93785" y="63640"/>
                </a:lnTo>
                <a:cubicBezTo>
                  <a:pt x="93785" y="54889"/>
                  <a:pt x="88195" y="47437"/>
                  <a:pt x="80387" y="44694"/>
                </a:cubicBezTo>
                <a:lnTo>
                  <a:pt x="80387" y="33495"/>
                </a:lnTo>
                <a:cubicBezTo>
                  <a:pt x="80387" y="29789"/>
                  <a:pt x="77393" y="26796"/>
                  <a:pt x="73688" y="26796"/>
                </a:cubicBezTo>
                <a:cubicBezTo>
                  <a:pt x="69983" y="26796"/>
                  <a:pt x="66989" y="29789"/>
                  <a:pt x="66989" y="33495"/>
                </a:cubicBezTo>
                <a:lnTo>
                  <a:pt x="66989" y="43543"/>
                </a:lnTo>
                <a:lnTo>
                  <a:pt x="53591" y="43543"/>
                </a:lnTo>
                <a:lnTo>
                  <a:pt x="53591" y="33495"/>
                </a:lnTo>
                <a:cubicBezTo>
                  <a:pt x="53591" y="29789"/>
                  <a:pt x="50598" y="26796"/>
                  <a:pt x="46892" y="26796"/>
                </a:cubicBezTo>
                <a:cubicBezTo>
                  <a:pt x="43187" y="26796"/>
                  <a:pt x="40193" y="29789"/>
                  <a:pt x="40193" y="33495"/>
                </a:cubicBezTo>
                <a:lnTo>
                  <a:pt x="40193" y="43543"/>
                </a:lnTo>
                <a:lnTo>
                  <a:pt x="26796" y="43543"/>
                </a:lnTo>
                <a:lnTo>
                  <a:pt x="26796" y="33495"/>
                </a:lnTo>
                <a:close/>
                <a:moveTo>
                  <a:pt x="93785" y="78084"/>
                </a:moveTo>
                <a:cubicBezTo>
                  <a:pt x="91126" y="78335"/>
                  <a:pt x="88530" y="79131"/>
                  <a:pt x="86144" y="80491"/>
                </a:cubicBezTo>
                <a:lnTo>
                  <a:pt x="84657" y="81350"/>
                </a:lnTo>
                <a:cubicBezTo>
                  <a:pt x="75739" y="86437"/>
                  <a:pt x="64686" y="85892"/>
                  <a:pt x="56334" y="79926"/>
                </a:cubicBezTo>
                <a:cubicBezTo>
                  <a:pt x="50681" y="75886"/>
                  <a:pt x="43103" y="75886"/>
                  <a:pt x="37451" y="79926"/>
                </a:cubicBezTo>
                <a:cubicBezTo>
                  <a:pt x="29098" y="85892"/>
                  <a:pt x="18045" y="86458"/>
                  <a:pt x="9127" y="81350"/>
                </a:cubicBezTo>
                <a:lnTo>
                  <a:pt x="7641" y="80491"/>
                </a:lnTo>
                <a:cubicBezTo>
                  <a:pt x="5254" y="79131"/>
                  <a:pt x="2659" y="78314"/>
                  <a:pt x="0" y="78084"/>
                </a:cubicBezTo>
                <a:lnTo>
                  <a:pt x="0" y="93785"/>
                </a:lnTo>
                <a:cubicBezTo>
                  <a:pt x="0" y="101174"/>
                  <a:pt x="6008" y="107182"/>
                  <a:pt x="13398" y="107182"/>
                </a:cubicBezTo>
                <a:lnTo>
                  <a:pt x="80387" y="107182"/>
                </a:lnTo>
                <a:cubicBezTo>
                  <a:pt x="87777" y="107182"/>
                  <a:pt x="93785" y="101174"/>
                  <a:pt x="93785" y="93785"/>
                </a:cubicBezTo>
                <a:lnTo>
                  <a:pt x="93785" y="7808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4640775" y="4841073"/>
            <a:ext cx="67882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Âge moyen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381751" y="5126892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4448740" y="5216211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48672" y="1089"/>
                </a:moveTo>
                <a:cubicBezTo>
                  <a:pt x="51791" y="-356"/>
                  <a:pt x="55392" y="-356"/>
                  <a:pt x="58511" y="1089"/>
                </a:cubicBezTo>
                <a:lnTo>
                  <a:pt x="104273" y="22232"/>
                </a:lnTo>
                <a:cubicBezTo>
                  <a:pt x="106052" y="23048"/>
                  <a:pt x="107182" y="24828"/>
                  <a:pt x="107182" y="26796"/>
                </a:cubicBezTo>
                <a:cubicBezTo>
                  <a:pt x="107182" y="28763"/>
                  <a:pt x="106052" y="30543"/>
                  <a:pt x="104273" y="31359"/>
                </a:cubicBezTo>
                <a:lnTo>
                  <a:pt x="58511" y="52503"/>
                </a:lnTo>
                <a:cubicBezTo>
                  <a:pt x="55392" y="53947"/>
                  <a:pt x="51791" y="53947"/>
                  <a:pt x="48672" y="52503"/>
                </a:cubicBezTo>
                <a:lnTo>
                  <a:pt x="2910" y="31359"/>
                </a:lnTo>
                <a:cubicBezTo>
                  <a:pt x="1130" y="30522"/>
                  <a:pt x="0" y="28742"/>
                  <a:pt x="0" y="26796"/>
                </a:cubicBezTo>
                <a:cubicBezTo>
                  <a:pt x="0" y="24849"/>
                  <a:pt x="1130" y="23048"/>
                  <a:pt x="2910" y="22232"/>
                </a:cubicBezTo>
                <a:lnTo>
                  <a:pt x="48672" y="1089"/>
                </a:lnTo>
                <a:close/>
                <a:moveTo>
                  <a:pt x="10069" y="45720"/>
                </a:moveTo>
                <a:lnTo>
                  <a:pt x="44464" y="61609"/>
                </a:lnTo>
                <a:cubicBezTo>
                  <a:pt x="50263" y="64289"/>
                  <a:pt x="56941" y="64289"/>
                  <a:pt x="62739" y="61609"/>
                </a:cubicBezTo>
                <a:lnTo>
                  <a:pt x="97134" y="45720"/>
                </a:lnTo>
                <a:lnTo>
                  <a:pt x="104273" y="49028"/>
                </a:lnTo>
                <a:cubicBezTo>
                  <a:pt x="106052" y="49844"/>
                  <a:pt x="107182" y="51623"/>
                  <a:pt x="107182" y="53591"/>
                </a:cubicBezTo>
                <a:cubicBezTo>
                  <a:pt x="107182" y="55559"/>
                  <a:pt x="106052" y="57338"/>
                  <a:pt x="104273" y="58155"/>
                </a:cubicBezTo>
                <a:lnTo>
                  <a:pt x="58511" y="79298"/>
                </a:lnTo>
                <a:cubicBezTo>
                  <a:pt x="55392" y="80743"/>
                  <a:pt x="51791" y="80743"/>
                  <a:pt x="48672" y="79298"/>
                </a:cubicBezTo>
                <a:lnTo>
                  <a:pt x="2910" y="58155"/>
                </a:lnTo>
                <a:cubicBezTo>
                  <a:pt x="1130" y="57317"/>
                  <a:pt x="0" y="55538"/>
                  <a:pt x="0" y="53591"/>
                </a:cubicBezTo>
                <a:cubicBezTo>
                  <a:pt x="0" y="51644"/>
                  <a:pt x="1130" y="49844"/>
                  <a:pt x="2910" y="49028"/>
                </a:cubicBezTo>
                <a:lnTo>
                  <a:pt x="10048" y="45720"/>
                </a:lnTo>
                <a:close/>
                <a:moveTo>
                  <a:pt x="2910" y="75823"/>
                </a:moveTo>
                <a:lnTo>
                  <a:pt x="10048" y="72516"/>
                </a:lnTo>
                <a:lnTo>
                  <a:pt x="44443" y="88405"/>
                </a:lnTo>
                <a:cubicBezTo>
                  <a:pt x="50242" y="91084"/>
                  <a:pt x="56920" y="91084"/>
                  <a:pt x="62718" y="88405"/>
                </a:cubicBezTo>
                <a:lnTo>
                  <a:pt x="97113" y="72516"/>
                </a:lnTo>
                <a:lnTo>
                  <a:pt x="104252" y="75823"/>
                </a:lnTo>
                <a:cubicBezTo>
                  <a:pt x="106031" y="76640"/>
                  <a:pt x="107161" y="78419"/>
                  <a:pt x="107161" y="80387"/>
                </a:cubicBezTo>
                <a:cubicBezTo>
                  <a:pt x="107161" y="82355"/>
                  <a:pt x="106031" y="84134"/>
                  <a:pt x="104252" y="84950"/>
                </a:cubicBezTo>
                <a:lnTo>
                  <a:pt x="58490" y="106094"/>
                </a:lnTo>
                <a:cubicBezTo>
                  <a:pt x="55371" y="107538"/>
                  <a:pt x="51770" y="107538"/>
                  <a:pt x="48651" y="106094"/>
                </a:cubicBezTo>
                <a:lnTo>
                  <a:pt x="2910" y="84950"/>
                </a:lnTo>
                <a:cubicBezTo>
                  <a:pt x="1130" y="84113"/>
                  <a:pt x="0" y="82334"/>
                  <a:pt x="0" y="80387"/>
                </a:cubicBezTo>
                <a:cubicBezTo>
                  <a:pt x="0" y="78440"/>
                  <a:pt x="1130" y="76640"/>
                  <a:pt x="2910" y="7582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4640775" y="5180484"/>
            <a:ext cx="94677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Stabilité du onze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381751" y="5466303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455439" y="5555622"/>
            <a:ext cx="93785" cy="107182"/>
          </a:xfrm>
          <a:custGeom>
            <a:avLst/>
            <a:gdLst/>
            <a:ahLst/>
            <a:cxnLst/>
            <a:rect l="l" t="t" r="r" b="b"/>
            <a:pathLst>
              <a:path w="93785" h="107182">
                <a:moveTo>
                  <a:pt x="50807" y="16747"/>
                </a:moveTo>
                <a:lnTo>
                  <a:pt x="69920" y="16747"/>
                </a:lnTo>
                <a:cubicBezTo>
                  <a:pt x="67680" y="11597"/>
                  <a:pt x="63744" y="7348"/>
                  <a:pt x="58846" y="4689"/>
                </a:cubicBezTo>
                <a:lnTo>
                  <a:pt x="50807" y="16747"/>
                </a:lnTo>
                <a:close/>
                <a:moveTo>
                  <a:pt x="50619" y="1947"/>
                </a:moveTo>
                <a:cubicBezTo>
                  <a:pt x="49404" y="1758"/>
                  <a:pt x="48148" y="1675"/>
                  <a:pt x="46892" y="1675"/>
                </a:cubicBezTo>
                <a:cubicBezTo>
                  <a:pt x="36593" y="1675"/>
                  <a:pt x="27738" y="7871"/>
                  <a:pt x="23865" y="16747"/>
                </a:cubicBezTo>
                <a:lnTo>
                  <a:pt x="40738" y="16747"/>
                </a:lnTo>
                <a:lnTo>
                  <a:pt x="50598" y="1947"/>
                </a:lnTo>
                <a:close/>
                <a:moveTo>
                  <a:pt x="46892" y="51916"/>
                </a:moveTo>
                <a:cubicBezTo>
                  <a:pt x="60772" y="51916"/>
                  <a:pt x="72013" y="40675"/>
                  <a:pt x="72013" y="26796"/>
                </a:cubicBezTo>
                <a:lnTo>
                  <a:pt x="21771" y="26796"/>
                </a:lnTo>
                <a:cubicBezTo>
                  <a:pt x="21771" y="40675"/>
                  <a:pt x="33013" y="51916"/>
                  <a:pt x="46892" y="51916"/>
                </a:cubicBezTo>
                <a:close/>
                <a:moveTo>
                  <a:pt x="20662" y="71553"/>
                </a:moveTo>
                <a:cubicBezTo>
                  <a:pt x="10320" y="77498"/>
                  <a:pt x="3349" y="88656"/>
                  <a:pt x="3349" y="101446"/>
                </a:cubicBezTo>
                <a:cubicBezTo>
                  <a:pt x="3349" y="104608"/>
                  <a:pt x="5924" y="107182"/>
                  <a:pt x="9085" y="107182"/>
                </a:cubicBezTo>
                <a:lnTo>
                  <a:pt x="40696" y="107182"/>
                </a:lnTo>
                <a:lnTo>
                  <a:pt x="20641" y="71553"/>
                </a:lnTo>
                <a:close/>
                <a:moveTo>
                  <a:pt x="30103" y="67847"/>
                </a:moveTo>
                <a:lnTo>
                  <a:pt x="39042" y="83736"/>
                </a:lnTo>
                <a:lnTo>
                  <a:pt x="56941" y="83736"/>
                </a:lnTo>
                <a:cubicBezTo>
                  <a:pt x="66194" y="83736"/>
                  <a:pt x="73688" y="91231"/>
                  <a:pt x="73688" y="100484"/>
                </a:cubicBezTo>
                <a:cubicBezTo>
                  <a:pt x="73688" y="102870"/>
                  <a:pt x="73185" y="105131"/>
                  <a:pt x="72285" y="107182"/>
                </a:cubicBezTo>
                <a:lnTo>
                  <a:pt x="84678" y="107182"/>
                </a:lnTo>
                <a:cubicBezTo>
                  <a:pt x="87839" y="107182"/>
                  <a:pt x="90414" y="104608"/>
                  <a:pt x="90414" y="101446"/>
                </a:cubicBezTo>
                <a:cubicBezTo>
                  <a:pt x="90414" y="82417"/>
                  <a:pt x="74986" y="66989"/>
                  <a:pt x="55957" y="66989"/>
                </a:cubicBezTo>
                <a:lnTo>
                  <a:pt x="37765" y="66989"/>
                </a:lnTo>
                <a:cubicBezTo>
                  <a:pt x="35127" y="66989"/>
                  <a:pt x="32552" y="67282"/>
                  <a:pt x="30082" y="67847"/>
                </a:cubicBezTo>
                <a:close/>
                <a:moveTo>
                  <a:pt x="44694" y="93785"/>
                </a:moveTo>
                <a:lnTo>
                  <a:pt x="52230" y="107182"/>
                </a:lnTo>
                <a:lnTo>
                  <a:pt x="56941" y="107182"/>
                </a:lnTo>
                <a:cubicBezTo>
                  <a:pt x="60646" y="107182"/>
                  <a:pt x="63640" y="104189"/>
                  <a:pt x="63640" y="100484"/>
                </a:cubicBezTo>
                <a:cubicBezTo>
                  <a:pt x="63640" y="96778"/>
                  <a:pt x="60646" y="93785"/>
                  <a:pt x="56941" y="93785"/>
                </a:cubicBezTo>
                <a:lnTo>
                  <a:pt x="44694" y="9378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4640775" y="5519895"/>
            <a:ext cx="128618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Blessures/suspensions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109690" y="2818899"/>
            <a:ext cx="3722803" cy="3079708"/>
          </a:xfrm>
          <a:custGeom>
            <a:avLst/>
            <a:gdLst/>
            <a:ahLst/>
            <a:cxnLst/>
            <a:rect l="l" t="t" r="r" b="b"/>
            <a:pathLst>
              <a:path w="3722803" h="3079708">
                <a:moveTo>
                  <a:pt x="107174" y="0"/>
                </a:moveTo>
                <a:lnTo>
                  <a:pt x="3615629" y="0"/>
                </a:lnTo>
                <a:cubicBezTo>
                  <a:pt x="3674819" y="0"/>
                  <a:pt x="3722803" y="47983"/>
                  <a:pt x="3722803" y="107174"/>
                </a:cubicBezTo>
                <a:lnTo>
                  <a:pt x="3722803" y="2972534"/>
                </a:lnTo>
                <a:cubicBezTo>
                  <a:pt x="3722803" y="3031725"/>
                  <a:pt x="3674819" y="3079708"/>
                  <a:pt x="3615629" y="3079708"/>
                </a:cubicBezTo>
                <a:lnTo>
                  <a:pt x="107174" y="3079708"/>
                </a:lnTo>
                <a:cubicBezTo>
                  <a:pt x="47983" y="3079708"/>
                  <a:pt x="0" y="3031725"/>
                  <a:pt x="0" y="2972534"/>
                </a:cubicBezTo>
                <a:lnTo>
                  <a:pt x="0" y="107174"/>
                </a:lnTo>
                <a:cubicBezTo>
                  <a:pt x="0" y="48023"/>
                  <a:pt x="48023" y="0"/>
                  <a:pt x="10717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56173" y="2965380"/>
            <a:ext cx="357275" cy="357275"/>
          </a:xfrm>
          <a:custGeom>
            <a:avLst/>
            <a:gdLst/>
            <a:ahLst/>
            <a:cxnLst/>
            <a:rect l="l" t="t" r="r" b="b"/>
            <a:pathLst>
              <a:path w="357275" h="357275">
                <a:moveTo>
                  <a:pt x="71455" y="0"/>
                </a:moveTo>
                <a:lnTo>
                  <a:pt x="285820" y="0"/>
                </a:lnTo>
                <a:cubicBezTo>
                  <a:pt x="325283" y="0"/>
                  <a:pt x="357275" y="31991"/>
                  <a:pt x="357275" y="71455"/>
                </a:cubicBezTo>
                <a:lnTo>
                  <a:pt x="357275" y="285820"/>
                </a:lnTo>
                <a:cubicBezTo>
                  <a:pt x="357275" y="325283"/>
                  <a:pt x="325283" y="357275"/>
                  <a:pt x="285820" y="357275"/>
                </a:cubicBezTo>
                <a:lnTo>
                  <a:pt x="71455" y="357275"/>
                </a:lnTo>
                <a:cubicBezTo>
                  <a:pt x="31991" y="357275"/>
                  <a:pt x="0" y="325283"/>
                  <a:pt x="0" y="285820"/>
                </a:cubicBezTo>
                <a:lnTo>
                  <a:pt x="0" y="71455"/>
                </a:lnTo>
                <a:cubicBezTo>
                  <a:pt x="0" y="31991"/>
                  <a:pt x="31991" y="0"/>
                  <a:pt x="7145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8372287" y="3072563"/>
            <a:ext cx="125046" cy="142910"/>
          </a:xfrm>
          <a:custGeom>
            <a:avLst/>
            <a:gdLst/>
            <a:ahLst/>
            <a:cxnLst/>
            <a:rect l="l" t="t" r="r" b="b"/>
            <a:pathLst>
              <a:path w="125046" h="142910">
                <a:moveTo>
                  <a:pt x="62523" y="69222"/>
                </a:moveTo>
                <a:cubicBezTo>
                  <a:pt x="81009" y="69222"/>
                  <a:pt x="96018" y="54214"/>
                  <a:pt x="96018" y="35727"/>
                </a:cubicBezTo>
                <a:cubicBezTo>
                  <a:pt x="96018" y="17241"/>
                  <a:pt x="81009" y="2233"/>
                  <a:pt x="62523" y="2233"/>
                </a:cubicBezTo>
                <a:cubicBezTo>
                  <a:pt x="44037" y="2233"/>
                  <a:pt x="29029" y="17241"/>
                  <a:pt x="29029" y="35727"/>
                </a:cubicBezTo>
                <a:cubicBezTo>
                  <a:pt x="29029" y="54214"/>
                  <a:pt x="44037" y="69222"/>
                  <a:pt x="62523" y="69222"/>
                </a:cubicBezTo>
                <a:close/>
                <a:moveTo>
                  <a:pt x="54233" y="84853"/>
                </a:moveTo>
                <a:cubicBezTo>
                  <a:pt x="26740" y="84853"/>
                  <a:pt x="4466" y="107127"/>
                  <a:pt x="4466" y="134620"/>
                </a:cubicBezTo>
                <a:cubicBezTo>
                  <a:pt x="4466" y="139198"/>
                  <a:pt x="8178" y="142910"/>
                  <a:pt x="12756" y="142910"/>
                </a:cubicBezTo>
                <a:lnTo>
                  <a:pt x="112290" y="142910"/>
                </a:lnTo>
                <a:cubicBezTo>
                  <a:pt x="116868" y="142910"/>
                  <a:pt x="120580" y="139198"/>
                  <a:pt x="120580" y="134620"/>
                </a:cubicBezTo>
                <a:cubicBezTo>
                  <a:pt x="120580" y="107127"/>
                  <a:pt x="98306" y="84853"/>
                  <a:pt x="70813" y="84853"/>
                </a:cubicBezTo>
                <a:lnTo>
                  <a:pt x="54233" y="8485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4" name="Text 72"/>
          <p:cNvSpPr/>
          <p:nvPr/>
        </p:nvSpPr>
        <p:spPr>
          <a:xfrm>
            <a:off x="8720630" y="3018971"/>
            <a:ext cx="1366576" cy="25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7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Données Joueur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56173" y="3429837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323162" y="3519156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53591" y="0"/>
                </a:moveTo>
                <a:cubicBezTo>
                  <a:pt x="83169" y="0"/>
                  <a:pt x="107182" y="24013"/>
                  <a:pt x="107182" y="53591"/>
                </a:cubicBezTo>
                <a:cubicBezTo>
                  <a:pt x="107182" y="83169"/>
                  <a:pt x="83169" y="107182"/>
                  <a:pt x="53591" y="107182"/>
                </a:cubicBezTo>
                <a:cubicBezTo>
                  <a:pt x="24013" y="107182"/>
                  <a:pt x="0" y="83169"/>
                  <a:pt x="0" y="53591"/>
                </a:cubicBezTo>
                <a:cubicBezTo>
                  <a:pt x="0" y="24013"/>
                  <a:pt x="24013" y="0"/>
                  <a:pt x="53591" y="0"/>
                </a:cubicBezTo>
                <a:close/>
                <a:moveTo>
                  <a:pt x="48567" y="25121"/>
                </a:moveTo>
                <a:lnTo>
                  <a:pt x="48567" y="53591"/>
                </a:lnTo>
                <a:cubicBezTo>
                  <a:pt x="48567" y="55266"/>
                  <a:pt x="49404" y="56836"/>
                  <a:pt x="50807" y="57778"/>
                </a:cubicBezTo>
                <a:lnTo>
                  <a:pt x="70904" y="71176"/>
                </a:lnTo>
                <a:cubicBezTo>
                  <a:pt x="73206" y="72725"/>
                  <a:pt x="76326" y="72097"/>
                  <a:pt x="77875" y="69773"/>
                </a:cubicBezTo>
                <a:cubicBezTo>
                  <a:pt x="79424" y="67450"/>
                  <a:pt x="78796" y="64351"/>
                  <a:pt x="76472" y="62802"/>
                </a:cubicBezTo>
                <a:lnTo>
                  <a:pt x="58615" y="50912"/>
                </a:lnTo>
                <a:lnTo>
                  <a:pt x="58615" y="25121"/>
                </a:lnTo>
                <a:cubicBezTo>
                  <a:pt x="58615" y="22337"/>
                  <a:pt x="56375" y="20097"/>
                  <a:pt x="53591" y="20097"/>
                </a:cubicBezTo>
                <a:cubicBezTo>
                  <a:pt x="50807" y="20097"/>
                  <a:pt x="48567" y="22337"/>
                  <a:pt x="48567" y="2512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7" name="Text 75"/>
          <p:cNvSpPr/>
          <p:nvPr/>
        </p:nvSpPr>
        <p:spPr>
          <a:xfrm>
            <a:off x="8515197" y="3483429"/>
            <a:ext cx="875323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Minutes jouées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256173" y="3769248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8323162" y="3858567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87358" y="75384"/>
                </a:moveTo>
                <a:lnTo>
                  <a:pt x="72369" y="74379"/>
                </a:lnTo>
                <a:cubicBezTo>
                  <a:pt x="71280" y="74316"/>
                  <a:pt x="70213" y="74609"/>
                  <a:pt x="69334" y="75258"/>
                </a:cubicBezTo>
                <a:cubicBezTo>
                  <a:pt x="68454" y="75907"/>
                  <a:pt x="67826" y="76807"/>
                  <a:pt x="67575" y="77875"/>
                </a:cubicBezTo>
                <a:lnTo>
                  <a:pt x="63891" y="92445"/>
                </a:lnTo>
                <a:cubicBezTo>
                  <a:pt x="60604" y="93324"/>
                  <a:pt x="57150" y="93785"/>
                  <a:pt x="53591" y="93785"/>
                </a:cubicBezTo>
                <a:cubicBezTo>
                  <a:pt x="50032" y="93785"/>
                  <a:pt x="46578" y="93324"/>
                  <a:pt x="43292" y="92445"/>
                </a:cubicBezTo>
                <a:lnTo>
                  <a:pt x="39607" y="77875"/>
                </a:lnTo>
                <a:cubicBezTo>
                  <a:pt x="39335" y="76828"/>
                  <a:pt x="38707" y="75907"/>
                  <a:pt x="37849" y="75258"/>
                </a:cubicBezTo>
                <a:cubicBezTo>
                  <a:pt x="36990" y="74609"/>
                  <a:pt x="35902" y="74316"/>
                  <a:pt x="34813" y="74379"/>
                </a:cubicBezTo>
                <a:lnTo>
                  <a:pt x="19825" y="75384"/>
                </a:lnTo>
                <a:cubicBezTo>
                  <a:pt x="16140" y="69690"/>
                  <a:pt x="13858" y="62991"/>
                  <a:pt x="13461" y="55789"/>
                </a:cubicBezTo>
                <a:lnTo>
                  <a:pt x="26168" y="47792"/>
                </a:lnTo>
                <a:cubicBezTo>
                  <a:pt x="27089" y="47206"/>
                  <a:pt x="27759" y="46327"/>
                  <a:pt x="28094" y="45301"/>
                </a:cubicBezTo>
                <a:cubicBezTo>
                  <a:pt x="28428" y="44276"/>
                  <a:pt x="28387" y="43166"/>
                  <a:pt x="27989" y="42161"/>
                </a:cubicBezTo>
                <a:lnTo>
                  <a:pt x="22399" y="28219"/>
                </a:lnTo>
                <a:cubicBezTo>
                  <a:pt x="26796" y="22860"/>
                  <a:pt x="32511" y="18631"/>
                  <a:pt x="39084" y="16098"/>
                </a:cubicBezTo>
                <a:lnTo>
                  <a:pt x="50640" y="25728"/>
                </a:lnTo>
                <a:cubicBezTo>
                  <a:pt x="51477" y="26419"/>
                  <a:pt x="52524" y="26796"/>
                  <a:pt x="53591" y="26796"/>
                </a:cubicBezTo>
                <a:cubicBezTo>
                  <a:pt x="54659" y="26796"/>
                  <a:pt x="55726" y="26419"/>
                  <a:pt x="56543" y="25728"/>
                </a:cubicBezTo>
                <a:lnTo>
                  <a:pt x="68099" y="16098"/>
                </a:lnTo>
                <a:cubicBezTo>
                  <a:pt x="74651" y="18631"/>
                  <a:pt x="80387" y="22860"/>
                  <a:pt x="84762" y="28219"/>
                </a:cubicBezTo>
                <a:lnTo>
                  <a:pt x="79173" y="42161"/>
                </a:lnTo>
                <a:cubicBezTo>
                  <a:pt x="78775" y="43166"/>
                  <a:pt x="78733" y="44276"/>
                  <a:pt x="79068" y="45301"/>
                </a:cubicBezTo>
                <a:cubicBezTo>
                  <a:pt x="79403" y="46327"/>
                  <a:pt x="80094" y="47206"/>
                  <a:pt x="80994" y="47792"/>
                </a:cubicBezTo>
                <a:lnTo>
                  <a:pt x="93701" y="55789"/>
                </a:lnTo>
                <a:cubicBezTo>
                  <a:pt x="93303" y="62991"/>
                  <a:pt x="91021" y="69690"/>
                  <a:pt x="87337" y="75384"/>
                </a:cubicBezTo>
                <a:close/>
                <a:moveTo>
                  <a:pt x="53591" y="107182"/>
                </a:moveTo>
                <a:cubicBezTo>
                  <a:pt x="83169" y="107182"/>
                  <a:pt x="107182" y="83169"/>
                  <a:pt x="107182" y="53591"/>
                </a:cubicBezTo>
                <a:cubicBezTo>
                  <a:pt x="107182" y="24013"/>
                  <a:pt x="83169" y="0"/>
                  <a:pt x="53591" y="0"/>
                </a:cubicBezTo>
                <a:cubicBezTo>
                  <a:pt x="24013" y="0"/>
                  <a:pt x="0" y="24013"/>
                  <a:pt x="0" y="53591"/>
                </a:cubicBezTo>
                <a:cubicBezTo>
                  <a:pt x="0" y="83169"/>
                  <a:pt x="24013" y="107182"/>
                  <a:pt x="53591" y="107182"/>
                </a:cubicBezTo>
                <a:close/>
                <a:moveTo>
                  <a:pt x="56543" y="39000"/>
                </a:moveTo>
                <a:cubicBezTo>
                  <a:pt x="54784" y="37723"/>
                  <a:pt x="52398" y="37723"/>
                  <a:pt x="50640" y="39000"/>
                </a:cubicBezTo>
                <a:lnTo>
                  <a:pt x="40612" y="46264"/>
                </a:lnTo>
                <a:cubicBezTo>
                  <a:pt x="38854" y="47541"/>
                  <a:pt x="38121" y="49802"/>
                  <a:pt x="38791" y="51875"/>
                </a:cubicBezTo>
                <a:lnTo>
                  <a:pt x="42622" y="63660"/>
                </a:lnTo>
                <a:cubicBezTo>
                  <a:pt x="43292" y="65733"/>
                  <a:pt x="45218" y="67136"/>
                  <a:pt x="47395" y="67136"/>
                </a:cubicBezTo>
                <a:lnTo>
                  <a:pt x="59788" y="67136"/>
                </a:lnTo>
                <a:cubicBezTo>
                  <a:pt x="61965" y="67136"/>
                  <a:pt x="63891" y="65733"/>
                  <a:pt x="64561" y="63660"/>
                </a:cubicBezTo>
                <a:lnTo>
                  <a:pt x="68392" y="51875"/>
                </a:lnTo>
                <a:cubicBezTo>
                  <a:pt x="69061" y="49802"/>
                  <a:pt x="68329" y="47541"/>
                  <a:pt x="66570" y="46264"/>
                </a:cubicBezTo>
                <a:lnTo>
                  <a:pt x="56543" y="3897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0" name="Text 78"/>
          <p:cNvSpPr/>
          <p:nvPr/>
        </p:nvSpPr>
        <p:spPr>
          <a:xfrm>
            <a:off x="8515197" y="3822840"/>
            <a:ext cx="1304053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Buts / passes décisives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56173" y="4108659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309764" y="4180114"/>
            <a:ext cx="401934" cy="142910"/>
          </a:xfrm>
          <a:custGeom>
            <a:avLst/>
            <a:gdLst/>
            <a:ahLst/>
            <a:cxnLst/>
            <a:rect l="l" t="t" r="r" b="b"/>
            <a:pathLst>
              <a:path w="401934" h="142910">
                <a:moveTo>
                  <a:pt x="35727" y="0"/>
                </a:moveTo>
                <a:lnTo>
                  <a:pt x="366207" y="0"/>
                </a:lnTo>
                <a:cubicBezTo>
                  <a:pt x="385938" y="0"/>
                  <a:pt x="401934" y="15996"/>
                  <a:pt x="401934" y="35727"/>
                </a:cubicBezTo>
                <a:lnTo>
                  <a:pt x="401934" y="107182"/>
                </a:lnTo>
                <a:cubicBezTo>
                  <a:pt x="401934" y="126914"/>
                  <a:pt x="385938" y="142910"/>
                  <a:pt x="366207" y="142910"/>
                </a:cubicBezTo>
                <a:lnTo>
                  <a:pt x="35727" y="142910"/>
                </a:lnTo>
                <a:cubicBezTo>
                  <a:pt x="15996" y="142910"/>
                  <a:pt x="0" y="126914"/>
                  <a:pt x="0" y="10718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8309764" y="4180114"/>
            <a:ext cx="455525" cy="142910"/>
          </a:xfrm>
          <a:prstGeom prst="rect">
            <a:avLst/>
          </a:prstGeom>
          <a:noFill/>
          <a:ln/>
        </p:spPr>
        <p:txBody>
          <a:bodyPr wrap="square" lIns="53591" tIns="0" rIns="53591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xG/xA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785609" y="4162251"/>
            <a:ext cx="1321916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Goals/Assists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256173" y="4448070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323162" y="4537389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70338" y="73688"/>
                </a:moveTo>
                <a:cubicBezTo>
                  <a:pt x="90686" y="73688"/>
                  <a:pt x="107182" y="57192"/>
                  <a:pt x="107182" y="36844"/>
                </a:cubicBezTo>
                <a:cubicBezTo>
                  <a:pt x="107182" y="16496"/>
                  <a:pt x="90686" y="0"/>
                  <a:pt x="70338" y="0"/>
                </a:cubicBezTo>
                <a:cubicBezTo>
                  <a:pt x="49991" y="0"/>
                  <a:pt x="33495" y="16496"/>
                  <a:pt x="33495" y="36844"/>
                </a:cubicBezTo>
                <a:cubicBezTo>
                  <a:pt x="33495" y="40759"/>
                  <a:pt x="34102" y="44548"/>
                  <a:pt x="35232" y="48086"/>
                </a:cubicBezTo>
                <a:lnTo>
                  <a:pt x="1465" y="81852"/>
                </a:lnTo>
                <a:cubicBezTo>
                  <a:pt x="523" y="82794"/>
                  <a:pt x="0" y="84071"/>
                  <a:pt x="0" y="85411"/>
                </a:cubicBezTo>
                <a:lnTo>
                  <a:pt x="0" y="102158"/>
                </a:lnTo>
                <a:cubicBezTo>
                  <a:pt x="0" y="104942"/>
                  <a:pt x="2240" y="107182"/>
                  <a:pt x="5024" y="107182"/>
                </a:cubicBezTo>
                <a:lnTo>
                  <a:pt x="21771" y="107182"/>
                </a:lnTo>
                <a:cubicBezTo>
                  <a:pt x="24556" y="107182"/>
                  <a:pt x="26796" y="104942"/>
                  <a:pt x="26796" y="102158"/>
                </a:cubicBezTo>
                <a:lnTo>
                  <a:pt x="26796" y="93785"/>
                </a:lnTo>
                <a:lnTo>
                  <a:pt x="35169" y="93785"/>
                </a:lnTo>
                <a:cubicBezTo>
                  <a:pt x="37953" y="93785"/>
                  <a:pt x="40193" y="91545"/>
                  <a:pt x="40193" y="88760"/>
                </a:cubicBezTo>
                <a:lnTo>
                  <a:pt x="40193" y="80387"/>
                </a:lnTo>
                <a:lnTo>
                  <a:pt x="48567" y="80387"/>
                </a:lnTo>
                <a:cubicBezTo>
                  <a:pt x="49907" y="80387"/>
                  <a:pt x="51184" y="79863"/>
                  <a:pt x="52126" y="78921"/>
                </a:cubicBezTo>
                <a:lnTo>
                  <a:pt x="59097" y="71950"/>
                </a:lnTo>
                <a:cubicBezTo>
                  <a:pt x="62635" y="73081"/>
                  <a:pt x="66424" y="73688"/>
                  <a:pt x="70338" y="73688"/>
                </a:cubicBezTo>
                <a:close/>
                <a:moveTo>
                  <a:pt x="78712" y="20097"/>
                </a:moveTo>
                <a:cubicBezTo>
                  <a:pt x="83334" y="20097"/>
                  <a:pt x="87086" y="23849"/>
                  <a:pt x="87086" y="28470"/>
                </a:cubicBezTo>
                <a:cubicBezTo>
                  <a:pt x="87086" y="33092"/>
                  <a:pt x="83334" y="36844"/>
                  <a:pt x="78712" y="36844"/>
                </a:cubicBezTo>
                <a:cubicBezTo>
                  <a:pt x="74091" y="36844"/>
                  <a:pt x="70338" y="33092"/>
                  <a:pt x="70338" y="28470"/>
                </a:cubicBezTo>
                <a:cubicBezTo>
                  <a:pt x="70338" y="23849"/>
                  <a:pt x="74091" y="20097"/>
                  <a:pt x="78712" y="2009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7" name="Text 85"/>
          <p:cNvSpPr/>
          <p:nvPr/>
        </p:nvSpPr>
        <p:spPr>
          <a:xfrm>
            <a:off x="8515197" y="4501662"/>
            <a:ext cx="660958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Passes clés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56173" y="4787481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329861" y="4876800"/>
            <a:ext cx="93785" cy="107182"/>
          </a:xfrm>
          <a:custGeom>
            <a:avLst/>
            <a:gdLst/>
            <a:ahLst/>
            <a:cxnLst/>
            <a:rect l="l" t="t" r="r" b="b"/>
            <a:pathLst>
              <a:path w="93785" h="107182">
                <a:moveTo>
                  <a:pt x="53696" y="-6699"/>
                </a:moveTo>
                <a:cubicBezTo>
                  <a:pt x="60166" y="-6699"/>
                  <a:pt x="65419" y="-1446"/>
                  <a:pt x="65419" y="5024"/>
                </a:cubicBezTo>
                <a:cubicBezTo>
                  <a:pt x="65419" y="11494"/>
                  <a:pt x="60166" y="16747"/>
                  <a:pt x="53696" y="16747"/>
                </a:cubicBezTo>
                <a:cubicBezTo>
                  <a:pt x="47226" y="16747"/>
                  <a:pt x="41973" y="11494"/>
                  <a:pt x="41973" y="5024"/>
                </a:cubicBezTo>
                <a:cubicBezTo>
                  <a:pt x="41973" y="-1446"/>
                  <a:pt x="47226" y="-6699"/>
                  <a:pt x="53696" y="-6699"/>
                </a:cubicBezTo>
                <a:close/>
                <a:moveTo>
                  <a:pt x="25875" y="36844"/>
                </a:moveTo>
                <a:cubicBezTo>
                  <a:pt x="25184" y="36844"/>
                  <a:pt x="24577" y="37263"/>
                  <a:pt x="24325" y="37891"/>
                </a:cubicBezTo>
                <a:lnTo>
                  <a:pt x="19720" y="49383"/>
                </a:lnTo>
                <a:cubicBezTo>
                  <a:pt x="18338" y="52817"/>
                  <a:pt x="14445" y="54491"/>
                  <a:pt x="11011" y="53110"/>
                </a:cubicBezTo>
                <a:cubicBezTo>
                  <a:pt x="7578" y="51728"/>
                  <a:pt x="5903" y="47834"/>
                  <a:pt x="7285" y="44401"/>
                </a:cubicBezTo>
                <a:lnTo>
                  <a:pt x="11870" y="32908"/>
                </a:lnTo>
                <a:cubicBezTo>
                  <a:pt x="14172" y="27193"/>
                  <a:pt x="19699" y="23446"/>
                  <a:pt x="25875" y="23446"/>
                </a:cubicBezTo>
                <a:lnTo>
                  <a:pt x="46243" y="23446"/>
                </a:lnTo>
                <a:cubicBezTo>
                  <a:pt x="52210" y="23446"/>
                  <a:pt x="57715" y="26607"/>
                  <a:pt x="60709" y="31757"/>
                </a:cubicBezTo>
                <a:lnTo>
                  <a:pt x="67575" y="43543"/>
                </a:lnTo>
                <a:lnTo>
                  <a:pt x="80471" y="43543"/>
                </a:lnTo>
                <a:cubicBezTo>
                  <a:pt x="84176" y="43543"/>
                  <a:pt x="87169" y="46536"/>
                  <a:pt x="87169" y="50242"/>
                </a:cubicBezTo>
                <a:cubicBezTo>
                  <a:pt x="87169" y="53947"/>
                  <a:pt x="84176" y="56941"/>
                  <a:pt x="80471" y="56941"/>
                </a:cubicBezTo>
                <a:lnTo>
                  <a:pt x="67575" y="56941"/>
                </a:lnTo>
                <a:cubicBezTo>
                  <a:pt x="62802" y="56941"/>
                  <a:pt x="58406" y="54408"/>
                  <a:pt x="55999" y="50284"/>
                </a:cubicBezTo>
                <a:lnTo>
                  <a:pt x="53905" y="46704"/>
                </a:lnTo>
                <a:lnTo>
                  <a:pt x="49572" y="61441"/>
                </a:lnTo>
                <a:lnTo>
                  <a:pt x="65356" y="66173"/>
                </a:lnTo>
                <a:cubicBezTo>
                  <a:pt x="71155" y="67910"/>
                  <a:pt x="74107" y="74337"/>
                  <a:pt x="71657" y="79884"/>
                </a:cubicBezTo>
                <a:lnTo>
                  <a:pt x="59809" y="106554"/>
                </a:lnTo>
                <a:cubicBezTo>
                  <a:pt x="58301" y="109946"/>
                  <a:pt x="54345" y="111453"/>
                  <a:pt x="50974" y="109946"/>
                </a:cubicBezTo>
                <a:cubicBezTo>
                  <a:pt x="47604" y="108438"/>
                  <a:pt x="46076" y="104482"/>
                  <a:pt x="47583" y="101112"/>
                </a:cubicBezTo>
                <a:lnTo>
                  <a:pt x="57883" y="77917"/>
                </a:lnTo>
                <a:lnTo>
                  <a:pt x="37807" y="71888"/>
                </a:lnTo>
                <a:cubicBezTo>
                  <a:pt x="30961" y="69836"/>
                  <a:pt x="26921" y="62739"/>
                  <a:pt x="28659" y="55810"/>
                </a:cubicBezTo>
                <a:lnTo>
                  <a:pt x="33411" y="36844"/>
                </a:lnTo>
                <a:lnTo>
                  <a:pt x="25895" y="36844"/>
                </a:lnTo>
                <a:close/>
                <a:moveTo>
                  <a:pt x="24200" y="74735"/>
                </a:moveTo>
                <a:cubicBezTo>
                  <a:pt x="26984" y="77854"/>
                  <a:pt x="30627" y="80240"/>
                  <a:pt x="34918" y="81517"/>
                </a:cubicBezTo>
                <a:lnTo>
                  <a:pt x="35902" y="81810"/>
                </a:lnTo>
                <a:lnTo>
                  <a:pt x="34457" y="85851"/>
                </a:lnTo>
                <a:cubicBezTo>
                  <a:pt x="33243" y="89263"/>
                  <a:pt x="31108" y="92298"/>
                  <a:pt x="28324" y="94601"/>
                </a:cubicBezTo>
                <a:lnTo>
                  <a:pt x="11074" y="108815"/>
                </a:lnTo>
                <a:cubicBezTo>
                  <a:pt x="8227" y="111160"/>
                  <a:pt x="3998" y="110762"/>
                  <a:pt x="1654" y="107915"/>
                </a:cubicBezTo>
                <a:cubicBezTo>
                  <a:pt x="-691" y="105068"/>
                  <a:pt x="-293" y="100839"/>
                  <a:pt x="2554" y="98495"/>
                </a:cubicBezTo>
                <a:lnTo>
                  <a:pt x="19804" y="84281"/>
                </a:lnTo>
                <a:cubicBezTo>
                  <a:pt x="20746" y="83506"/>
                  <a:pt x="21436" y="82501"/>
                  <a:pt x="21855" y="81371"/>
                </a:cubicBezTo>
                <a:lnTo>
                  <a:pt x="24200" y="7473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0" name="Text 88"/>
          <p:cNvSpPr/>
          <p:nvPr/>
        </p:nvSpPr>
        <p:spPr>
          <a:xfrm>
            <a:off x="8515197" y="4841073"/>
            <a:ext cx="1179007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 progressives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256173" y="5126892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323162" y="5216211"/>
            <a:ext cx="107182" cy="107182"/>
          </a:xfrm>
          <a:custGeom>
            <a:avLst/>
            <a:gdLst/>
            <a:ahLst/>
            <a:cxnLst/>
            <a:rect l="l" t="t" r="r" b="b"/>
            <a:pathLst>
              <a:path w="107182" h="107182">
                <a:moveTo>
                  <a:pt x="53591" y="0"/>
                </a:moveTo>
                <a:cubicBezTo>
                  <a:pt x="54554" y="0"/>
                  <a:pt x="55517" y="209"/>
                  <a:pt x="56396" y="607"/>
                </a:cubicBezTo>
                <a:lnTo>
                  <a:pt x="95836" y="17333"/>
                </a:lnTo>
                <a:cubicBezTo>
                  <a:pt x="100442" y="19280"/>
                  <a:pt x="103875" y="23823"/>
                  <a:pt x="103854" y="29308"/>
                </a:cubicBezTo>
                <a:cubicBezTo>
                  <a:pt x="103749" y="50074"/>
                  <a:pt x="95208" y="88070"/>
                  <a:pt x="59139" y="105340"/>
                </a:cubicBezTo>
                <a:cubicBezTo>
                  <a:pt x="55643" y="107015"/>
                  <a:pt x="51582" y="107015"/>
                  <a:pt x="48086" y="105340"/>
                </a:cubicBezTo>
                <a:cubicBezTo>
                  <a:pt x="11995" y="88070"/>
                  <a:pt x="3475" y="50074"/>
                  <a:pt x="3370" y="29308"/>
                </a:cubicBezTo>
                <a:cubicBezTo>
                  <a:pt x="3349" y="23823"/>
                  <a:pt x="6783" y="19280"/>
                  <a:pt x="11388" y="17333"/>
                </a:cubicBezTo>
                <a:lnTo>
                  <a:pt x="50807" y="607"/>
                </a:lnTo>
                <a:cubicBezTo>
                  <a:pt x="51686" y="209"/>
                  <a:pt x="52628" y="0"/>
                  <a:pt x="53591" y="0"/>
                </a:cubicBezTo>
                <a:close/>
                <a:moveTo>
                  <a:pt x="53591" y="13984"/>
                </a:moveTo>
                <a:lnTo>
                  <a:pt x="53591" y="93136"/>
                </a:lnTo>
                <a:cubicBezTo>
                  <a:pt x="82480" y="79152"/>
                  <a:pt x="90247" y="48169"/>
                  <a:pt x="90435" y="29622"/>
                </a:cubicBezTo>
                <a:lnTo>
                  <a:pt x="53591" y="14005"/>
                </a:lnTo>
                <a:lnTo>
                  <a:pt x="53591" y="1400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3" name="Text 91"/>
          <p:cNvSpPr/>
          <p:nvPr/>
        </p:nvSpPr>
        <p:spPr>
          <a:xfrm>
            <a:off x="8515197" y="5180484"/>
            <a:ext cx="1143279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Interceptions/tacles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8256173" y="5466303"/>
            <a:ext cx="3429837" cy="285820"/>
          </a:xfrm>
          <a:custGeom>
            <a:avLst/>
            <a:gdLst/>
            <a:ahLst/>
            <a:cxnLst/>
            <a:rect l="l" t="t" r="r" b="b"/>
            <a:pathLst>
              <a:path w="3429837" h="285820">
                <a:moveTo>
                  <a:pt x="35727" y="0"/>
                </a:moveTo>
                <a:lnTo>
                  <a:pt x="3394110" y="0"/>
                </a:lnTo>
                <a:cubicBezTo>
                  <a:pt x="3413842" y="0"/>
                  <a:pt x="3429837" y="15996"/>
                  <a:pt x="3429837" y="35727"/>
                </a:cubicBezTo>
                <a:lnTo>
                  <a:pt x="3429837" y="250092"/>
                </a:lnTo>
                <a:cubicBezTo>
                  <a:pt x="3429837" y="269824"/>
                  <a:pt x="3413842" y="285820"/>
                  <a:pt x="3394110" y="285820"/>
                </a:cubicBezTo>
                <a:lnTo>
                  <a:pt x="35727" y="285820"/>
                </a:lnTo>
                <a:cubicBezTo>
                  <a:pt x="15996" y="285820"/>
                  <a:pt x="0" y="269824"/>
                  <a:pt x="0" y="25009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309764" y="5537758"/>
            <a:ext cx="348343" cy="142910"/>
          </a:xfrm>
          <a:custGeom>
            <a:avLst/>
            <a:gdLst/>
            <a:ahLst/>
            <a:cxnLst/>
            <a:rect l="l" t="t" r="r" b="b"/>
            <a:pathLst>
              <a:path w="348343" h="142910">
                <a:moveTo>
                  <a:pt x="35727" y="0"/>
                </a:moveTo>
                <a:lnTo>
                  <a:pt x="312615" y="0"/>
                </a:lnTo>
                <a:cubicBezTo>
                  <a:pt x="332347" y="0"/>
                  <a:pt x="348343" y="15996"/>
                  <a:pt x="348343" y="35727"/>
                </a:cubicBezTo>
                <a:lnTo>
                  <a:pt x="348343" y="107182"/>
                </a:lnTo>
                <a:cubicBezTo>
                  <a:pt x="348343" y="126914"/>
                  <a:pt x="332347" y="142910"/>
                  <a:pt x="312615" y="142910"/>
                </a:cubicBezTo>
                <a:lnTo>
                  <a:pt x="35727" y="142910"/>
                </a:lnTo>
                <a:cubicBezTo>
                  <a:pt x="15996" y="142910"/>
                  <a:pt x="0" y="126914"/>
                  <a:pt x="0" y="107182"/>
                </a:cubicBezTo>
                <a:lnTo>
                  <a:pt x="0" y="35727"/>
                </a:lnTo>
                <a:cubicBezTo>
                  <a:pt x="0" y="15996"/>
                  <a:pt x="15996" y="0"/>
                  <a:pt x="3572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8309764" y="5537758"/>
            <a:ext cx="401934" cy="142910"/>
          </a:xfrm>
          <a:prstGeom prst="rect">
            <a:avLst/>
          </a:prstGeom>
          <a:noFill/>
          <a:ln/>
        </p:spPr>
        <p:txBody>
          <a:bodyPr wrap="square" lIns="53591" tIns="0" rIns="53591" bIns="0" rtlCol="0" anchor="ctr"/>
          <a:lstStyle/>
          <a:p>
            <a:pPr>
              <a:lnSpc>
                <a:spcPct val="110000"/>
              </a:lnSpc>
            </a:pPr>
            <a:r>
              <a:rPr lang="en-US" sz="844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PSxG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731683" y="5519895"/>
            <a:ext cx="812800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Stats gardiens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360847" y="6048664"/>
            <a:ext cx="11475664" cy="811014"/>
          </a:xfrm>
          <a:custGeom>
            <a:avLst/>
            <a:gdLst/>
            <a:ahLst/>
            <a:cxnLst/>
            <a:rect l="l" t="t" r="r" b="b"/>
            <a:pathLst>
              <a:path w="11475664" h="811014">
                <a:moveTo>
                  <a:pt x="107184" y="0"/>
                </a:moveTo>
                <a:lnTo>
                  <a:pt x="11368481" y="0"/>
                </a:lnTo>
                <a:cubicBezTo>
                  <a:pt x="11427676" y="0"/>
                  <a:pt x="11475664" y="47988"/>
                  <a:pt x="11475664" y="107184"/>
                </a:cubicBezTo>
                <a:lnTo>
                  <a:pt x="11475664" y="703830"/>
                </a:lnTo>
                <a:cubicBezTo>
                  <a:pt x="11475664" y="763026"/>
                  <a:pt x="11427676" y="811014"/>
                  <a:pt x="11368481" y="811014"/>
                </a:cubicBezTo>
                <a:lnTo>
                  <a:pt x="107184" y="811014"/>
                </a:lnTo>
                <a:cubicBezTo>
                  <a:pt x="47988" y="811014"/>
                  <a:pt x="0" y="763026"/>
                  <a:pt x="0" y="703830"/>
                </a:cubicBezTo>
                <a:lnTo>
                  <a:pt x="0" y="107184"/>
                </a:lnTo>
                <a:cubicBezTo>
                  <a:pt x="0" y="48027"/>
                  <a:pt x="48027" y="0"/>
                  <a:pt x="10718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5097" y="6362953"/>
            <a:ext cx="156308" cy="178637"/>
          </a:xfrm>
          <a:custGeom>
            <a:avLst/>
            <a:gdLst/>
            <a:ahLst/>
            <a:cxnLst/>
            <a:rect l="l" t="t" r="r" b="b"/>
            <a:pathLst>
              <a:path w="156308" h="178637">
                <a:moveTo>
                  <a:pt x="156308" y="71804"/>
                </a:moveTo>
                <a:cubicBezTo>
                  <a:pt x="151144" y="75223"/>
                  <a:pt x="145213" y="77979"/>
                  <a:pt x="139037" y="80177"/>
                </a:cubicBezTo>
                <a:cubicBezTo>
                  <a:pt x="122639" y="86039"/>
                  <a:pt x="101112" y="89319"/>
                  <a:pt x="78154" y="89319"/>
                </a:cubicBezTo>
                <a:cubicBezTo>
                  <a:pt x="55196" y="89319"/>
                  <a:pt x="33634" y="86004"/>
                  <a:pt x="17271" y="80177"/>
                </a:cubicBezTo>
                <a:cubicBezTo>
                  <a:pt x="11130" y="77979"/>
                  <a:pt x="5164" y="75223"/>
                  <a:pt x="0" y="71804"/>
                </a:cubicBezTo>
                <a:lnTo>
                  <a:pt x="0" y="100484"/>
                </a:lnTo>
                <a:cubicBezTo>
                  <a:pt x="0" y="115905"/>
                  <a:pt x="34995" y="128396"/>
                  <a:pt x="78154" y="128396"/>
                </a:cubicBezTo>
                <a:cubicBezTo>
                  <a:pt x="121313" y="128396"/>
                  <a:pt x="156308" y="115905"/>
                  <a:pt x="156308" y="100484"/>
                </a:cubicBezTo>
                <a:lnTo>
                  <a:pt x="156308" y="71804"/>
                </a:lnTo>
                <a:close/>
                <a:moveTo>
                  <a:pt x="156308" y="44659"/>
                </a:moveTo>
                <a:lnTo>
                  <a:pt x="156308" y="27912"/>
                </a:lnTo>
                <a:cubicBezTo>
                  <a:pt x="156308" y="12491"/>
                  <a:pt x="121313" y="0"/>
                  <a:pt x="78154" y="0"/>
                </a:cubicBezTo>
                <a:cubicBezTo>
                  <a:pt x="34995" y="0"/>
                  <a:pt x="0" y="12491"/>
                  <a:pt x="0" y="27912"/>
                </a:cubicBezTo>
                <a:lnTo>
                  <a:pt x="0" y="44659"/>
                </a:lnTo>
                <a:cubicBezTo>
                  <a:pt x="0" y="60081"/>
                  <a:pt x="34995" y="72571"/>
                  <a:pt x="78154" y="72571"/>
                </a:cubicBezTo>
                <a:cubicBezTo>
                  <a:pt x="121313" y="72571"/>
                  <a:pt x="156308" y="60081"/>
                  <a:pt x="156308" y="44659"/>
                </a:cubicBezTo>
                <a:close/>
                <a:moveTo>
                  <a:pt x="139037" y="136002"/>
                </a:moveTo>
                <a:cubicBezTo>
                  <a:pt x="122674" y="141828"/>
                  <a:pt x="101146" y="145143"/>
                  <a:pt x="78154" y="145143"/>
                </a:cubicBezTo>
                <a:cubicBezTo>
                  <a:pt x="55161" y="145143"/>
                  <a:pt x="33634" y="141828"/>
                  <a:pt x="17271" y="136002"/>
                </a:cubicBezTo>
                <a:cubicBezTo>
                  <a:pt x="11130" y="133804"/>
                  <a:pt x="5164" y="131047"/>
                  <a:pt x="0" y="127628"/>
                </a:cubicBezTo>
                <a:lnTo>
                  <a:pt x="0" y="150725"/>
                </a:lnTo>
                <a:cubicBezTo>
                  <a:pt x="0" y="166147"/>
                  <a:pt x="34995" y="178637"/>
                  <a:pt x="78154" y="178637"/>
                </a:cubicBezTo>
                <a:cubicBezTo>
                  <a:pt x="121313" y="178637"/>
                  <a:pt x="156308" y="166147"/>
                  <a:pt x="156308" y="150725"/>
                </a:cubicBezTo>
                <a:lnTo>
                  <a:pt x="156308" y="127628"/>
                </a:lnTo>
                <a:cubicBezTo>
                  <a:pt x="151144" y="131047"/>
                  <a:pt x="145213" y="133804"/>
                  <a:pt x="139037" y="13600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0" name="Text 98"/>
          <p:cNvSpPr/>
          <p:nvPr/>
        </p:nvSpPr>
        <p:spPr>
          <a:xfrm>
            <a:off x="802082" y="6255771"/>
            <a:ext cx="2884993" cy="214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Data Multi-Niveaux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802082" y="6470135"/>
            <a:ext cx="2876062" cy="17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niveaux de granularité : Match → Équipe → Joueur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8342923" y="6162990"/>
            <a:ext cx="1034310" cy="578785"/>
          </a:xfrm>
          <a:custGeom>
            <a:avLst/>
            <a:gdLst/>
            <a:ahLst/>
            <a:cxnLst/>
            <a:rect l="l" t="t" r="r" b="b"/>
            <a:pathLst>
              <a:path w="1034310" h="578785">
                <a:moveTo>
                  <a:pt x="71457" y="0"/>
                </a:moveTo>
                <a:lnTo>
                  <a:pt x="962854" y="0"/>
                </a:lnTo>
                <a:cubicBezTo>
                  <a:pt x="1002318" y="0"/>
                  <a:pt x="1034310" y="31992"/>
                  <a:pt x="1034310" y="71457"/>
                </a:cubicBezTo>
                <a:lnTo>
                  <a:pt x="1034310" y="507328"/>
                </a:lnTo>
                <a:cubicBezTo>
                  <a:pt x="1034310" y="546793"/>
                  <a:pt x="1002318" y="578785"/>
                  <a:pt x="962854" y="578785"/>
                </a:cubicBezTo>
                <a:lnTo>
                  <a:pt x="71457" y="578785"/>
                </a:lnTo>
                <a:cubicBezTo>
                  <a:pt x="31992" y="578785"/>
                  <a:pt x="0" y="546793"/>
                  <a:pt x="0" y="507328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435815" y="6238016"/>
            <a:ext cx="848527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8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50+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8462610" y="6523727"/>
            <a:ext cx="794936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Match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9493906" y="6162990"/>
            <a:ext cx="1061106" cy="578785"/>
          </a:xfrm>
          <a:custGeom>
            <a:avLst/>
            <a:gdLst/>
            <a:ahLst/>
            <a:cxnLst/>
            <a:rect l="l" t="t" r="r" b="b"/>
            <a:pathLst>
              <a:path w="1061106" h="578785">
                <a:moveTo>
                  <a:pt x="71457" y="0"/>
                </a:moveTo>
                <a:lnTo>
                  <a:pt x="989649" y="0"/>
                </a:lnTo>
                <a:cubicBezTo>
                  <a:pt x="1029114" y="0"/>
                  <a:pt x="1061106" y="31992"/>
                  <a:pt x="1061106" y="71457"/>
                </a:cubicBezTo>
                <a:lnTo>
                  <a:pt x="1061106" y="507328"/>
                </a:lnTo>
                <a:cubicBezTo>
                  <a:pt x="1061106" y="546793"/>
                  <a:pt x="1029114" y="578785"/>
                  <a:pt x="989649" y="578785"/>
                </a:cubicBezTo>
                <a:lnTo>
                  <a:pt x="71457" y="578785"/>
                </a:lnTo>
                <a:cubicBezTo>
                  <a:pt x="31992" y="578785"/>
                  <a:pt x="0" y="546793"/>
                  <a:pt x="0" y="507328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86798" y="6238016"/>
            <a:ext cx="875323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8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9613594" y="6523727"/>
            <a:ext cx="821732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Équipe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10672802" y="6162990"/>
            <a:ext cx="1043242" cy="578785"/>
          </a:xfrm>
          <a:custGeom>
            <a:avLst/>
            <a:gdLst/>
            <a:ahLst/>
            <a:cxnLst/>
            <a:rect l="l" t="t" r="r" b="b"/>
            <a:pathLst>
              <a:path w="1043242" h="578785">
                <a:moveTo>
                  <a:pt x="71457" y="0"/>
                </a:moveTo>
                <a:lnTo>
                  <a:pt x="971785" y="0"/>
                </a:lnTo>
                <a:cubicBezTo>
                  <a:pt x="1011250" y="0"/>
                  <a:pt x="1043242" y="31992"/>
                  <a:pt x="1043242" y="71457"/>
                </a:cubicBezTo>
                <a:lnTo>
                  <a:pt x="1043242" y="507328"/>
                </a:lnTo>
                <a:cubicBezTo>
                  <a:pt x="1043242" y="546793"/>
                  <a:pt x="1011250" y="578785"/>
                  <a:pt x="971785" y="578785"/>
                </a:cubicBezTo>
                <a:lnTo>
                  <a:pt x="71457" y="578785"/>
                </a:lnTo>
                <a:cubicBezTo>
                  <a:pt x="31992" y="578785"/>
                  <a:pt x="0" y="546793"/>
                  <a:pt x="0" y="507328"/>
                </a:cubicBezTo>
                <a:lnTo>
                  <a:pt x="0" y="71457"/>
                </a:lnTo>
                <a:cubicBezTo>
                  <a:pt x="0" y="32019"/>
                  <a:pt x="32019" y="0"/>
                  <a:pt x="71457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765692" y="6238016"/>
            <a:ext cx="857459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8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25+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10792488" y="6523727"/>
            <a:ext cx="803868" cy="14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4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Joueur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275" y="465344"/>
            <a:ext cx="37227" cy="372275"/>
          </a:xfrm>
          <a:custGeom>
            <a:avLst/>
            <a:gdLst/>
            <a:ahLst/>
            <a:cxnLst/>
            <a:rect l="l" t="t" r="r" b="b"/>
            <a:pathLst>
              <a:path w="37227" h="372275">
                <a:moveTo>
                  <a:pt x="0" y="0"/>
                </a:moveTo>
                <a:lnTo>
                  <a:pt x="37227" y="0"/>
                </a:lnTo>
                <a:lnTo>
                  <a:pt x="37227" y="372275"/>
                </a:lnTo>
                <a:lnTo>
                  <a:pt x="0" y="372275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21185" y="372275"/>
            <a:ext cx="7696782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spc="20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Spécifications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1185" y="558412"/>
            <a:ext cx="7799157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Fonctionnels - Modélisation et Visualisation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5998" y="1195002"/>
            <a:ext cx="5628795" cy="4344447"/>
          </a:xfrm>
          <a:custGeom>
            <a:avLst/>
            <a:gdLst/>
            <a:ahLst/>
            <a:cxnLst/>
            <a:rect l="l" t="t" r="r" b="b"/>
            <a:pathLst>
              <a:path w="5628795" h="4344447">
                <a:moveTo>
                  <a:pt x="111696" y="0"/>
                </a:moveTo>
                <a:lnTo>
                  <a:pt x="5517099" y="0"/>
                </a:lnTo>
                <a:cubicBezTo>
                  <a:pt x="5578787" y="0"/>
                  <a:pt x="5628795" y="50008"/>
                  <a:pt x="5628795" y="111696"/>
                </a:cubicBezTo>
                <a:lnTo>
                  <a:pt x="5628795" y="4232751"/>
                </a:lnTo>
                <a:cubicBezTo>
                  <a:pt x="5628795" y="4294439"/>
                  <a:pt x="5578787" y="4344447"/>
                  <a:pt x="5517099" y="4344447"/>
                </a:cubicBezTo>
                <a:lnTo>
                  <a:pt x="111696" y="4344447"/>
                </a:lnTo>
                <a:cubicBezTo>
                  <a:pt x="50008" y="4344447"/>
                  <a:pt x="0" y="4294439"/>
                  <a:pt x="0" y="4232751"/>
                </a:cubicBezTo>
                <a:lnTo>
                  <a:pt x="0" y="111696"/>
                </a:lnTo>
                <a:cubicBezTo>
                  <a:pt x="0" y="50049"/>
                  <a:pt x="50049" y="0"/>
                  <a:pt x="1116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858" y="1384865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74456" y="0"/>
                </a:moveTo>
                <a:lnTo>
                  <a:pt x="372273" y="0"/>
                </a:lnTo>
                <a:cubicBezTo>
                  <a:pt x="413394" y="0"/>
                  <a:pt x="446730" y="33335"/>
                  <a:pt x="446730" y="74456"/>
                </a:cubicBezTo>
                <a:lnTo>
                  <a:pt x="446730" y="372273"/>
                </a:lnTo>
                <a:cubicBezTo>
                  <a:pt x="446730" y="413394"/>
                  <a:pt x="413394" y="446730"/>
                  <a:pt x="372273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6154" y="1515161"/>
            <a:ext cx="186137" cy="186137"/>
          </a:xfrm>
          <a:custGeom>
            <a:avLst/>
            <a:gdLst/>
            <a:ahLst/>
            <a:cxnLst/>
            <a:rect l="l" t="t" r="r" b="b"/>
            <a:pathLst>
              <a:path w="186137" h="186137">
                <a:moveTo>
                  <a:pt x="43626" y="20359"/>
                </a:moveTo>
                <a:cubicBezTo>
                  <a:pt x="43626" y="9125"/>
                  <a:pt x="52751" y="0"/>
                  <a:pt x="63985" y="0"/>
                </a:cubicBezTo>
                <a:lnTo>
                  <a:pt x="72710" y="0"/>
                </a:lnTo>
                <a:cubicBezTo>
                  <a:pt x="79145" y="0"/>
                  <a:pt x="84344" y="5199"/>
                  <a:pt x="84344" y="11634"/>
                </a:cubicBezTo>
                <a:lnTo>
                  <a:pt x="84344" y="174504"/>
                </a:lnTo>
                <a:cubicBezTo>
                  <a:pt x="84344" y="180939"/>
                  <a:pt x="79145" y="186137"/>
                  <a:pt x="72710" y="186137"/>
                </a:cubicBezTo>
                <a:lnTo>
                  <a:pt x="61076" y="186137"/>
                </a:lnTo>
                <a:cubicBezTo>
                  <a:pt x="50243" y="186137"/>
                  <a:pt x="41117" y="178721"/>
                  <a:pt x="38536" y="168687"/>
                </a:cubicBezTo>
                <a:cubicBezTo>
                  <a:pt x="38282" y="168687"/>
                  <a:pt x="38064" y="168687"/>
                  <a:pt x="37809" y="168687"/>
                </a:cubicBezTo>
                <a:cubicBezTo>
                  <a:pt x="21740" y="168687"/>
                  <a:pt x="8725" y="155672"/>
                  <a:pt x="8725" y="139603"/>
                </a:cubicBezTo>
                <a:cubicBezTo>
                  <a:pt x="8725" y="133059"/>
                  <a:pt x="10906" y="127024"/>
                  <a:pt x="14542" y="122153"/>
                </a:cubicBezTo>
                <a:cubicBezTo>
                  <a:pt x="7489" y="116845"/>
                  <a:pt x="2908" y="108410"/>
                  <a:pt x="2908" y="98885"/>
                </a:cubicBezTo>
                <a:cubicBezTo>
                  <a:pt x="2908" y="87652"/>
                  <a:pt x="9307" y="77872"/>
                  <a:pt x="18614" y="73037"/>
                </a:cubicBezTo>
                <a:cubicBezTo>
                  <a:pt x="16033" y="68675"/>
                  <a:pt x="14542" y="63585"/>
                  <a:pt x="14542" y="58168"/>
                </a:cubicBezTo>
                <a:cubicBezTo>
                  <a:pt x="14542" y="42099"/>
                  <a:pt x="27557" y="29084"/>
                  <a:pt x="43626" y="29084"/>
                </a:cubicBezTo>
                <a:lnTo>
                  <a:pt x="43626" y="20359"/>
                </a:lnTo>
                <a:close/>
                <a:moveTo>
                  <a:pt x="142511" y="20359"/>
                </a:moveTo>
                <a:lnTo>
                  <a:pt x="142511" y="29084"/>
                </a:lnTo>
                <a:cubicBezTo>
                  <a:pt x="158580" y="29084"/>
                  <a:pt x="171595" y="42099"/>
                  <a:pt x="171595" y="58168"/>
                </a:cubicBezTo>
                <a:cubicBezTo>
                  <a:pt x="171595" y="63621"/>
                  <a:pt x="170105" y="68711"/>
                  <a:pt x="167524" y="73037"/>
                </a:cubicBezTo>
                <a:cubicBezTo>
                  <a:pt x="176867" y="77872"/>
                  <a:pt x="183229" y="87615"/>
                  <a:pt x="183229" y="98885"/>
                </a:cubicBezTo>
                <a:cubicBezTo>
                  <a:pt x="183229" y="108410"/>
                  <a:pt x="178648" y="116845"/>
                  <a:pt x="171595" y="122153"/>
                </a:cubicBezTo>
                <a:cubicBezTo>
                  <a:pt x="175231" y="127024"/>
                  <a:pt x="177412" y="133059"/>
                  <a:pt x="177412" y="139603"/>
                </a:cubicBezTo>
                <a:cubicBezTo>
                  <a:pt x="177412" y="155672"/>
                  <a:pt x="164397" y="168687"/>
                  <a:pt x="148328" y="168687"/>
                </a:cubicBezTo>
                <a:cubicBezTo>
                  <a:pt x="148074" y="168687"/>
                  <a:pt x="147856" y="168687"/>
                  <a:pt x="147601" y="168687"/>
                </a:cubicBezTo>
                <a:cubicBezTo>
                  <a:pt x="145020" y="178721"/>
                  <a:pt x="135895" y="186137"/>
                  <a:pt x="125061" y="186137"/>
                </a:cubicBezTo>
                <a:lnTo>
                  <a:pt x="113427" y="186137"/>
                </a:lnTo>
                <a:cubicBezTo>
                  <a:pt x="106993" y="186137"/>
                  <a:pt x="101794" y="180939"/>
                  <a:pt x="101794" y="174504"/>
                </a:cubicBezTo>
                <a:lnTo>
                  <a:pt x="101794" y="11634"/>
                </a:lnTo>
                <a:cubicBezTo>
                  <a:pt x="101794" y="5199"/>
                  <a:pt x="106993" y="0"/>
                  <a:pt x="113427" y="0"/>
                </a:cubicBezTo>
                <a:lnTo>
                  <a:pt x="122153" y="0"/>
                </a:lnTo>
                <a:cubicBezTo>
                  <a:pt x="133386" y="0"/>
                  <a:pt x="142511" y="9125"/>
                  <a:pt x="142511" y="2035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24270" y="1459320"/>
            <a:ext cx="2429093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Modélisation Prédictive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8184" y="2027039"/>
            <a:ext cx="209405" cy="167524"/>
          </a:xfrm>
          <a:custGeom>
            <a:avLst/>
            <a:gdLst/>
            <a:ahLst/>
            <a:cxnLst/>
            <a:rect l="l" t="t" r="r" b="b"/>
            <a:pathLst>
              <a:path w="209405" h="167524">
                <a:moveTo>
                  <a:pt x="115173" y="0"/>
                </a:moveTo>
                <a:cubicBezTo>
                  <a:pt x="115173" y="-5791"/>
                  <a:pt x="110494" y="-10470"/>
                  <a:pt x="104702" y="-10470"/>
                </a:cubicBezTo>
                <a:cubicBezTo>
                  <a:pt x="98911" y="-10470"/>
                  <a:pt x="94232" y="-5791"/>
                  <a:pt x="94232" y="0"/>
                </a:cubicBezTo>
                <a:lnTo>
                  <a:pt x="94232" y="20940"/>
                </a:lnTo>
                <a:lnTo>
                  <a:pt x="62821" y="20940"/>
                </a:lnTo>
                <a:cubicBezTo>
                  <a:pt x="45480" y="20940"/>
                  <a:pt x="31411" y="35010"/>
                  <a:pt x="31411" y="52351"/>
                </a:cubicBezTo>
                <a:lnTo>
                  <a:pt x="31411" y="125643"/>
                </a:lnTo>
                <a:cubicBezTo>
                  <a:pt x="31411" y="142984"/>
                  <a:pt x="45480" y="157053"/>
                  <a:pt x="62821" y="157053"/>
                </a:cubicBezTo>
                <a:lnTo>
                  <a:pt x="146583" y="157053"/>
                </a:lnTo>
                <a:cubicBezTo>
                  <a:pt x="163925" y="157053"/>
                  <a:pt x="177994" y="142984"/>
                  <a:pt x="177994" y="125643"/>
                </a:cubicBezTo>
                <a:lnTo>
                  <a:pt x="177994" y="52351"/>
                </a:lnTo>
                <a:cubicBezTo>
                  <a:pt x="177994" y="35010"/>
                  <a:pt x="163925" y="20940"/>
                  <a:pt x="146583" y="20940"/>
                </a:cubicBezTo>
                <a:lnTo>
                  <a:pt x="115173" y="20940"/>
                </a:lnTo>
                <a:lnTo>
                  <a:pt x="115173" y="0"/>
                </a:lnTo>
                <a:close/>
                <a:moveTo>
                  <a:pt x="52351" y="120408"/>
                </a:moveTo>
                <a:cubicBezTo>
                  <a:pt x="52351" y="116056"/>
                  <a:pt x="55852" y="112555"/>
                  <a:pt x="60204" y="112555"/>
                </a:cubicBezTo>
                <a:lnTo>
                  <a:pt x="70674" y="112555"/>
                </a:lnTo>
                <a:cubicBezTo>
                  <a:pt x="75026" y="112555"/>
                  <a:pt x="78527" y="116056"/>
                  <a:pt x="78527" y="120408"/>
                </a:cubicBezTo>
                <a:cubicBezTo>
                  <a:pt x="78527" y="124759"/>
                  <a:pt x="75026" y="128260"/>
                  <a:pt x="70674" y="128260"/>
                </a:cubicBezTo>
                <a:lnTo>
                  <a:pt x="60204" y="128260"/>
                </a:lnTo>
                <a:cubicBezTo>
                  <a:pt x="55852" y="128260"/>
                  <a:pt x="52351" y="124759"/>
                  <a:pt x="52351" y="120408"/>
                </a:cubicBezTo>
                <a:close/>
                <a:moveTo>
                  <a:pt x="91615" y="120408"/>
                </a:moveTo>
                <a:cubicBezTo>
                  <a:pt x="91615" y="116056"/>
                  <a:pt x="95115" y="112555"/>
                  <a:pt x="99467" y="112555"/>
                </a:cubicBezTo>
                <a:lnTo>
                  <a:pt x="109937" y="112555"/>
                </a:lnTo>
                <a:cubicBezTo>
                  <a:pt x="114289" y="112555"/>
                  <a:pt x="117790" y="116056"/>
                  <a:pt x="117790" y="120408"/>
                </a:cubicBezTo>
                <a:cubicBezTo>
                  <a:pt x="117790" y="124759"/>
                  <a:pt x="114289" y="128260"/>
                  <a:pt x="109937" y="128260"/>
                </a:cubicBezTo>
                <a:lnTo>
                  <a:pt x="99467" y="128260"/>
                </a:lnTo>
                <a:cubicBezTo>
                  <a:pt x="95115" y="128260"/>
                  <a:pt x="91615" y="124759"/>
                  <a:pt x="91615" y="120408"/>
                </a:cubicBezTo>
                <a:close/>
                <a:moveTo>
                  <a:pt x="130878" y="120408"/>
                </a:moveTo>
                <a:cubicBezTo>
                  <a:pt x="130878" y="116056"/>
                  <a:pt x="134379" y="112555"/>
                  <a:pt x="138731" y="112555"/>
                </a:cubicBezTo>
                <a:lnTo>
                  <a:pt x="149201" y="112555"/>
                </a:lnTo>
                <a:cubicBezTo>
                  <a:pt x="153552" y="112555"/>
                  <a:pt x="157053" y="116056"/>
                  <a:pt x="157053" y="120408"/>
                </a:cubicBezTo>
                <a:cubicBezTo>
                  <a:pt x="157053" y="124759"/>
                  <a:pt x="153552" y="128260"/>
                  <a:pt x="149201" y="128260"/>
                </a:cubicBezTo>
                <a:lnTo>
                  <a:pt x="138731" y="128260"/>
                </a:lnTo>
                <a:cubicBezTo>
                  <a:pt x="134379" y="128260"/>
                  <a:pt x="130878" y="124759"/>
                  <a:pt x="130878" y="120408"/>
                </a:cubicBezTo>
                <a:close/>
                <a:moveTo>
                  <a:pt x="73292" y="57586"/>
                </a:moveTo>
                <a:cubicBezTo>
                  <a:pt x="81960" y="57586"/>
                  <a:pt x="88997" y="64624"/>
                  <a:pt x="88997" y="73292"/>
                </a:cubicBezTo>
                <a:cubicBezTo>
                  <a:pt x="88997" y="81960"/>
                  <a:pt x="81960" y="88997"/>
                  <a:pt x="73292" y="88997"/>
                </a:cubicBezTo>
                <a:cubicBezTo>
                  <a:pt x="64624" y="88997"/>
                  <a:pt x="57586" y="81960"/>
                  <a:pt x="57586" y="73292"/>
                </a:cubicBezTo>
                <a:cubicBezTo>
                  <a:pt x="57586" y="64624"/>
                  <a:pt x="64624" y="57586"/>
                  <a:pt x="73292" y="57586"/>
                </a:cubicBezTo>
                <a:close/>
                <a:moveTo>
                  <a:pt x="120408" y="73292"/>
                </a:moveTo>
                <a:cubicBezTo>
                  <a:pt x="120408" y="64624"/>
                  <a:pt x="127445" y="57586"/>
                  <a:pt x="136113" y="57586"/>
                </a:cubicBezTo>
                <a:cubicBezTo>
                  <a:pt x="144781" y="57586"/>
                  <a:pt x="151818" y="64624"/>
                  <a:pt x="151818" y="73292"/>
                </a:cubicBezTo>
                <a:cubicBezTo>
                  <a:pt x="151818" y="81960"/>
                  <a:pt x="144781" y="88997"/>
                  <a:pt x="136113" y="88997"/>
                </a:cubicBezTo>
                <a:cubicBezTo>
                  <a:pt x="127445" y="88997"/>
                  <a:pt x="120408" y="81960"/>
                  <a:pt x="120408" y="73292"/>
                </a:cubicBezTo>
                <a:close/>
                <a:moveTo>
                  <a:pt x="20940" y="73292"/>
                </a:moveTo>
                <a:cubicBezTo>
                  <a:pt x="20940" y="67500"/>
                  <a:pt x="16262" y="62821"/>
                  <a:pt x="10470" y="62821"/>
                </a:cubicBezTo>
                <a:cubicBezTo>
                  <a:pt x="4679" y="62821"/>
                  <a:pt x="0" y="67500"/>
                  <a:pt x="0" y="73292"/>
                </a:cubicBezTo>
                <a:lnTo>
                  <a:pt x="0" y="104702"/>
                </a:lnTo>
                <a:cubicBezTo>
                  <a:pt x="0" y="110494"/>
                  <a:pt x="4679" y="115173"/>
                  <a:pt x="10470" y="115173"/>
                </a:cubicBezTo>
                <a:cubicBezTo>
                  <a:pt x="16262" y="115173"/>
                  <a:pt x="20940" y="110494"/>
                  <a:pt x="20940" y="104702"/>
                </a:cubicBezTo>
                <a:lnTo>
                  <a:pt x="20940" y="73292"/>
                </a:lnTo>
                <a:close/>
                <a:moveTo>
                  <a:pt x="198934" y="62821"/>
                </a:moveTo>
                <a:cubicBezTo>
                  <a:pt x="193143" y="62821"/>
                  <a:pt x="188464" y="67500"/>
                  <a:pt x="188464" y="73292"/>
                </a:cubicBezTo>
                <a:lnTo>
                  <a:pt x="188464" y="104702"/>
                </a:lnTo>
                <a:cubicBezTo>
                  <a:pt x="188464" y="110494"/>
                  <a:pt x="193143" y="115173"/>
                  <a:pt x="198934" y="115173"/>
                </a:cubicBezTo>
                <a:cubicBezTo>
                  <a:pt x="204726" y="115173"/>
                  <a:pt x="209405" y="110494"/>
                  <a:pt x="209405" y="104702"/>
                </a:cubicBezTo>
                <a:lnTo>
                  <a:pt x="209405" y="73292"/>
                </a:lnTo>
                <a:cubicBezTo>
                  <a:pt x="209405" y="67500"/>
                  <a:pt x="204726" y="62821"/>
                  <a:pt x="198934" y="6282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79916" y="1980505"/>
            <a:ext cx="5118779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Algorithmes Comparés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9580" y="2356502"/>
            <a:ext cx="2557528" cy="789223"/>
          </a:xfrm>
          <a:custGeom>
            <a:avLst/>
            <a:gdLst/>
            <a:ahLst/>
            <a:cxnLst/>
            <a:rect l="l" t="t" r="r" b="b"/>
            <a:pathLst>
              <a:path w="2557528" h="789223">
                <a:moveTo>
                  <a:pt x="74455" y="0"/>
                </a:moveTo>
                <a:lnTo>
                  <a:pt x="2483073" y="0"/>
                </a:lnTo>
                <a:cubicBezTo>
                  <a:pt x="2524193" y="0"/>
                  <a:pt x="2557528" y="33335"/>
                  <a:pt x="2557528" y="74455"/>
                </a:cubicBezTo>
                <a:lnTo>
                  <a:pt x="2557528" y="714767"/>
                </a:lnTo>
                <a:cubicBezTo>
                  <a:pt x="2557528" y="755888"/>
                  <a:pt x="2524193" y="789223"/>
                  <a:pt x="2483073" y="789223"/>
                </a:cubicBezTo>
                <a:lnTo>
                  <a:pt x="74455" y="789223"/>
                </a:lnTo>
                <a:cubicBezTo>
                  <a:pt x="33362" y="789223"/>
                  <a:pt x="0" y="755860"/>
                  <a:pt x="0" y="714767"/>
                </a:cubicBezTo>
                <a:lnTo>
                  <a:pt x="0" y="74455"/>
                </a:lnTo>
                <a:cubicBezTo>
                  <a:pt x="0" y="33362"/>
                  <a:pt x="33362" y="0"/>
                  <a:pt x="74455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4986" y="2471906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37227" y="0"/>
                </a:moveTo>
                <a:lnTo>
                  <a:pt x="260592" y="0"/>
                </a:lnTo>
                <a:cubicBezTo>
                  <a:pt x="281153" y="0"/>
                  <a:pt x="297820" y="16667"/>
                  <a:pt x="297820" y="37227"/>
                </a:cubicBezTo>
                <a:lnTo>
                  <a:pt x="297820" y="260592"/>
                </a:lnTo>
                <a:cubicBezTo>
                  <a:pt x="297820" y="281153"/>
                  <a:pt x="281153" y="297820"/>
                  <a:pt x="260592" y="297820"/>
                </a:cubicBezTo>
                <a:lnTo>
                  <a:pt x="37227" y="297820"/>
                </a:lnTo>
                <a:cubicBezTo>
                  <a:pt x="16667" y="297820"/>
                  <a:pt x="0" y="281153"/>
                  <a:pt x="0" y="260592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3517" y="2546361"/>
            <a:ext cx="176831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7260" y="2509133"/>
            <a:ext cx="147048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Régression Logistique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4986" y="2844180"/>
            <a:ext cx="2391866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interprétable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7633" y="2356502"/>
            <a:ext cx="2557528" cy="789223"/>
          </a:xfrm>
          <a:custGeom>
            <a:avLst/>
            <a:gdLst/>
            <a:ahLst/>
            <a:cxnLst/>
            <a:rect l="l" t="t" r="r" b="b"/>
            <a:pathLst>
              <a:path w="2557528" h="789223">
                <a:moveTo>
                  <a:pt x="74455" y="0"/>
                </a:moveTo>
                <a:lnTo>
                  <a:pt x="2483073" y="0"/>
                </a:lnTo>
                <a:cubicBezTo>
                  <a:pt x="2524193" y="0"/>
                  <a:pt x="2557528" y="33335"/>
                  <a:pt x="2557528" y="74455"/>
                </a:cubicBezTo>
                <a:lnTo>
                  <a:pt x="2557528" y="714767"/>
                </a:lnTo>
                <a:cubicBezTo>
                  <a:pt x="2557528" y="755888"/>
                  <a:pt x="2524193" y="789223"/>
                  <a:pt x="2483073" y="789223"/>
                </a:cubicBezTo>
                <a:lnTo>
                  <a:pt x="74455" y="789223"/>
                </a:lnTo>
                <a:cubicBezTo>
                  <a:pt x="33362" y="789223"/>
                  <a:pt x="0" y="755860"/>
                  <a:pt x="0" y="714767"/>
                </a:cubicBezTo>
                <a:lnTo>
                  <a:pt x="0" y="74455"/>
                </a:lnTo>
                <a:cubicBezTo>
                  <a:pt x="0" y="33362"/>
                  <a:pt x="33362" y="0"/>
                  <a:pt x="74455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3038" y="2471906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37227" y="0"/>
                </a:moveTo>
                <a:lnTo>
                  <a:pt x="260592" y="0"/>
                </a:lnTo>
                <a:cubicBezTo>
                  <a:pt x="281153" y="0"/>
                  <a:pt x="297820" y="16667"/>
                  <a:pt x="297820" y="37227"/>
                </a:cubicBezTo>
                <a:lnTo>
                  <a:pt x="297820" y="260592"/>
                </a:lnTo>
                <a:cubicBezTo>
                  <a:pt x="297820" y="281153"/>
                  <a:pt x="281153" y="297820"/>
                  <a:pt x="260592" y="297820"/>
                </a:cubicBezTo>
                <a:lnTo>
                  <a:pt x="37227" y="297820"/>
                </a:lnTo>
                <a:cubicBezTo>
                  <a:pt x="16667" y="297820"/>
                  <a:pt x="0" y="281153"/>
                  <a:pt x="0" y="260592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51918" y="2546361"/>
            <a:ext cx="176831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35312" y="2509133"/>
            <a:ext cx="1051676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63038" y="2844180"/>
            <a:ext cx="2391866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robuste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9580" y="3264849"/>
            <a:ext cx="2557528" cy="789223"/>
          </a:xfrm>
          <a:custGeom>
            <a:avLst/>
            <a:gdLst/>
            <a:ahLst/>
            <a:cxnLst/>
            <a:rect l="l" t="t" r="r" b="b"/>
            <a:pathLst>
              <a:path w="2557528" h="789223">
                <a:moveTo>
                  <a:pt x="74455" y="0"/>
                </a:moveTo>
                <a:lnTo>
                  <a:pt x="2483073" y="0"/>
                </a:lnTo>
                <a:cubicBezTo>
                  <a:pt x="2524193" y="0"/>
                  <a:pt x="2557528" y="33335"/>
                  <a:pt x="2557528" y="74455"/>
                </a:cubicBezTo>
                <a:lnTo>
                  <a:pt x="2557528" y="714767"/>
                </a:lnTo>
                <a:cubicBezTo>
                  <a:pt x="2557528" y="755888"/>
                  <a:pt x="2524193" y="789223"/>
                  <a:pt x="2483073" y="789223"/>
                </a:cubicBezTo>
                <a:lnTo>
                  <a:pt x="74455" y="789223"/>
                </a:lnTo>
                <a:cubicBezTo>
                  <a:pt x="33362" y="789223"/>
                  <a:pt x="0" y="755860"/>
                  <a:pt x="0" y="714767"/>
                </a:cubicBezTo>
                <a:lnTo>
                  <a:pt x="0" y="74455"/>
                </a:lnTo>
                <a:cubicBezTo>
                  <a:pt x="0" y="33362"/>
                  <a:pt x="33362" y="0"/>
                  <a:pt x="74455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4986" y="3380257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37227" y="0"/>
                </a:moveTo>
                <a:lnTo>
                  <a:pt x="260592" y="0"/>
                </a:lnTo>
                <a:cubicBezTo>
                  <a:pt x="281153" y="0"/>
                  <a:pt x="297820" y="16667"/>
                  <a:pt x="297820" y="37227"/>
                </a:cubicBezTo>
                <a:lnTo>
                  <a:pt x="297820" y="260592"/>
                </a:lnTo>
                <a:cubicBezTo>
                  <a:pt x="297820" y="281153"/>
                  <a:pt x="281153" y="297820"/>
                  <a:pt x="260592" y="297820"/>
                </a:cubicBezTo>
                <a:lnTo>
                  <a:pt x="37227" y="297820"/>
                </a:lnTo>
                <a:cubicBezTo>
                  <a:pt x="16667" y="297820"/>
                  <a:pt x="0" y="281153"/>
                  <a:pt x="0" y="260592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29077" y="3454712"/>
            <a:ext cx="269899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9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7260" y="3417485"/>
            <a:ext cx="632867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4986" y="3752532"/>
            <a:ext cx="2391866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 optimisé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47633" y="3264849"/>
            <a:ext cx="2557528" cy="789223"/>
          </a:xfrm>
          <a:custGeom>
            <a:avLst/>
            <a:gdLst/>
            <a:ahLst/>
            <a:cxnLst/>
            <a:rect l="l" t="t" r="r" b="b"/>
            <a:pathLst>
              <a:path w="2557528" h="789223">
                <a:moveTo>
                  <a:pt x="74455" y="0"/>
                </a:moveTo>
                <a:lnTo>
                  <a:pt x="2483073" y="0"/>
                </a:lnTo>
                <a:cubicBezTo>
                  <a:pt x="2524193" y="0"/>
                  <a:pt x="2557528" y="33335"/>
                  <a:pt x="2557528" y="74455"/>
                </a:cubicBezTo>
                <a:lnTo>
                  <a:pt x="2557528" y="714767"/>
                </a:lnTo>
                <a:cubicBezTo>
                  <a:pt x="2557528" y="755888"/>
                  <a:pt x="2524193" y="789223"/>
                  <a:pt x="2483073" y="789223"/>
                </a:cubicBezTo>
                <a:lnTo>
                  <a:pt x="74455" y="789223"/>
                </a:lnTo>
                <a:cubicBezTo>
                  <a:pt x="33362" y="789223"/>
                  <a:pt x="0" y="755860"/>
                  <a:pt x="0" y="714767"/>
                </a:cubicBezTo>
                <a:lnTo>
                  <a:pt x="0" y="74455"/>
                </a:lnTo>
                <a:cubicBezTo>
                  <a:pt x="0" y="33362"/>
                  <a:pt x="33362" y="0"/>
                  <a:pt x="74455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63038" y="3380257"/>
            <a:ext cx="297820" cy="297820"/>
          </a:xfrm>
          <a:custGeom>
            <a:avLst/>
            <a:gdLst/>
            <a:ahLst/>
            <a:cxnLst/>
            <a:rect l="l" t="t" r="r" b="b"/>
            <a:pathLst>
              <a:path w="297820" h="297820">
                <a:moveTo>
                  <a:pt x="37227" y="0"/>
                </a:moveTo>
                <a:lnTo>
                  <a:pt x="260592" y="0"/>
                </a:lnTo>
                <a:cubicBezTo>
                  <a:pt x="281153" y="0"/>
                  <a:pt x="297820" y="16667"/>
                  <a:pt x="297820" y="37227"/>
                </a:cubicBezTo>
                <a:lnTo>
                  <a:pt x="297820" y="260592"/>
                </a:lnTo>
                <a:cubicBezTo>
                  <a:pt x="297820" y="281153"/>
                  <a:pt x="281153" y="297820"/>
                  <a:pt x="260592" y="297820"/>
                </a:cubicBezTo>
                <a:lnTo>
                  <a:pt x="37227" y="297820"/>
                </a:lnTo>
                <a:cubicBezTo>
                  <a:pt x="16667" y="297820"/>
                  <a:pt x="0" y="281153"/>
                  <a:pt x="0" y="260592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15970" y="3454712"/>
            <a:ext cx="251285" cy="14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9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LGB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35312" y="3417485"/>
            <a:ext cx="688708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63038" y="3752532"/>
            <a:ext cx="2391866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et vitesse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9580" y="4210428"/>
            <a:ext cx="5237907" cy="1031201"/>
          </a:xfrm>
          <a:custGeom>
            <a:avLst/>
            <a:gdLst/>
            <a:ahLst/>
            <a:cxnLst/>
            <a:rect l="l" t="t" r="r" b="b"/>
            <a:pathLst>
              <a:path w="5237907" h="1031201">
                <a:moveTo>
                  <a:pt x="74453" y="0"/>
                </a:moveTo>
                <a:lnTo>
                  <a:pt x="5163454" y="0"/>
                </a:lnTo>
                <a:cubicBezTo>
                  <a:pt x="5204573" y="0"/>
                  <a:pt x="5237907" y="33334"/>
                  <a:pt x="5237907" y="74453"/>
                </a:cubicBezTo>
                <a:lnTo>
                  <a:pt x="5237907" y="956748"/>
                </a:lnTo>
                <a:cubicBezTo>
                  <a:pt x="5237907" y="997868"/>
                  <a:pt x="5204573" y="1031201"/>
                  <a:pt x="5163454" y="1031201"/>
                </a:cubicBezTo>
                <a:lnTo>
                  <a:pt x="74453" y="1031201"/>
                </a:lnTo>
                <a:cubicBezTo>
                  <a:pt x="33334" y="1031201"/>
                  <a:pt x="0" y="997868"/>
                  <a:pt x="0" y="956748"/>
                </a:cubicBezTo>
                <a:lnTo>
                  <a:pt x="0" y="74453"/>
                </a:lnTo>
                <a:cubicBezTo>
                  <a:pt x="0" y="33361"/>
                  <a:pt x="33361" y="0"/>
                  <a:pt x="7445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9441" y="4400291"/>
            <a:ext cx="111682" cy="148910"/>
          </a:xfrm>
          <a:custGeom>
            <a:avLst/>
            <a:gdLst/>
            <a:ahLst/>
            <a:cxnLst/>
            <a:rect l="l" t="t" r="r" b="b"/>
            <a:pathLst>
              <a:path w="111682" h="148910">
                <a:moveTo>
                  <a:pt x="72681" y="19428"/>
                </a:moveTo>
                <a:cubicBezTo>
                  <a:pt x="75706" y="15269"/>
                  <a:pt x="74775" y="9452"/>
                  <a:pt x="70616" y="6428"/>
                </a:cubicBezTo>
                <a:cubicBezTo>
                  <a:pt x="66457" y="3403"/>
                  <a:pt x="60640" y="4334"/>
                  <a:pt x="57615" y="8493"/>
                </a:cubicBezTo>
                <a:lnTo>
                  <a:pt x="26786" y="50868"/>
                </a:lnTo>
                <a:lnTo>
                  <a:pt x="15880" y="39961"/>
                </a:lnTo>
                <a:cubicBezTo>
                  <a:pt x="12244" y="36326"/>
                  <a:pt x="6340" y="36326"/>
                  <a:pt x="2705" y="39961"/>
                </a:cubicBezTo>
                <a:cubicBezTo>
                  <a:pt x="-931" y="43597"/>
                  <a:pt x="-931" y="49501"/>
                  <a:pt x="2705" y="53136"/>
                </a:cubicBezTo>
                <a:lnTo>
                  <a:pt x="21319" y="71750"/>
                </a:lnTo>
                <a:cubicBezTo>
                  <a:pt x="23238" y="73670"/>
                  <a:pt x="25914" y="74659"/>
                  <a:pt x="28619" y="74455"/>
                </a:cubicBezTo>
                <a:cubicBezTo>
                  <a:pt x="31323" y="74251"/>
                  <a:pt x="33825" y="72855"/>
                  <a:pt x="35424" y="70645"/>
                </a:cubicBezTo>
                <a:lnTo>
                  <a:pt x="72652" y="19457"/>
                </a:lnTo>
                <a:close/>
                <a:moveTo>
                  <a:pt x="109908" y="58982"/>
                </a:moveTo>
                <a:cubicBezTo>
                  <a:pt x="112933" y="54823"/>
                  <a:pt x="112002" y="49006"/>
                  <a:pt x="107843" y="45982"/>
                </a:cubicBezTo>
                <a:cubicBezTo>
                  <a:pt x="103684" y="42957"/>
                  <a:pt x="97868" y="43888"/>
                  <a:pt x="94843" y="48047"/>
                </a:cubicBezTo>
                <a:lnTo>
                  <a:pt x="45400" y="116016"/>
                </a:lnTo>
                <a:lnTo>
                  <a:pt x="25187" y="95803"/>
                </a:lnTo>
                <a:cubicBezTo>
                  <a:pt x="21551" y="92167"/>
                  <a:pt x="15647" y="92167"/>
                  <a:pt x="12012" y="95803"/>
                </a:cubicBezTo>
                <a:cubicBezTo>
                  <a:pt x="8376" y="99438"/>
                  <a:pt x="8376" y="105342"/>
                  <a:pt x="12012" y="108978"/>
                </a:cubicBezTo>
                <a:lnTo>
                  <a:pt x="39932" y="136898"/>
                </a:lnTo>
                <a:cubicBezTo>
                  <a:pt x="41852" y="138818"/>
                  <a:pt x="44528" y="139807"/>
                  <a:pt x="47232" y="139603"/>
                </a:cubicBezTo>
                <a:cubicBezTo>
                  <a:pt x="49937" y="139399"/>
                  <a:pt x="52438" y="138003"/>
                  <a:pt x="54038" y="135793"/>
                </a:cubicBezTo>
                <a:lnTo>
                  <a:pt x="109879" y="5901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982805" y="4363063"/>
            <a:ext cx="203820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Croisée Temporelle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2213" y="4660883"/>
            <a:ext cx="4997789" cy="428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 strict de la chronologie pour éviter la fuite de données temporelle et garantir la robustesse des prédictions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5998" y="5692547"/>
            <a:ext cx="5628795" cy="1161497"/>
          </a:xfrm>
          <a:custGeom>
            <a:avLst/>
            <a:gdLst/>
            <a:ahLst/>
            <a:cxnLst/>
            <a:rect l="l" t="t" r="r" b="b"/>
            <a:pathLst>
              <a:path w="5628795" h="1161497">
                <a:moveTo>
                  <a:pt x="111678" y="0"/>
                </a:moveTo>
                <a:lnTo>
                  <a:pt x="5517117" y="0"/>
                </a:lnTo>
                <a:cubicBezTo>
                  <a:pt x="5578795" y="0"/>
                  <a:pt x="5628795" y="50000"/>
                  <a:pt x="5628795" y="111678"/>
                </a:cubicBezTo>
                <a:lnTo>
                  <a:pt x="5628795" y="1049819"/>
                </a:lnTo>
                <a:cubicBezTo>
                  <a:pt x="5628795" y="1111497"/>
                  <a:pt x="5578795" y="1161497"/>
                  <a:pt x="5517117" y="1161497"/>
                </a:cubicBezTo>
                <a:lnTo>
                  <a:pt x="111678" y="1161497"/>
                </a:lnTo>
                <a:cubicBezTo>
                  <a:pt x="50000" y="1161497"/>
                  <a:pt x="0" y="1111497"/>
                  <a:pt x="0" y="1049819"/>
                </a:cubicBezTo>
                <a:lnTo>
                  <a:pt x="0" y="111678"/>
                </a:lnTo>
                <a:cubicBezTo>
                  <a:pt x="0" y="50000"/>
                  <a:pt x="50000" y="0"/>
                  <a:pt x="11167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5165" y="5882410"/>
            <a:ext cx="139603" cy="186137"/>
          </a:xfrm>
          <a:custGeom>
            <a:avLst/>
            <a:gdLst/>
            <a:ahLst/>
            <a:cxnLst/>
            <a:rect l="l" t="t" r="r" b="b"/>
            <a:pathLst>
              <a:path w="139603" h="186137">
                <a:moveTo>
                  <a:pt x="106484" y="139603"/>
                </a:moveTo>
                <a:cubicBezTo>
                  <a:pt x="109138" y="131496"/>
                  <a:pt x="114445" y="124152"/>
                  <a:pt x="120444" y="117826"/>
                </a:cubicBezTo>
                <a:cubicBezTo>
                  <a:pt x="132332" y="105320"/>
                  <a:pt x="139603" y="88415"/>
                  <a:pt x="139603" y="69802"/>
                </a:cubicBezTo>
                <a:cubicBezTo>
                  <a:pt x="139603" y="31265"/>
                  <a:pt x="108338" y="0"/>
                  <a:pt x="69802" y="0"/>
                </a:cubicBezTo>
                <a:cubicBezTo>
                  <a:pt x="31265" y="0"/>
                  <a:pt x="0" y="31265"/>
                  <a:pt x="0" y="69802"/>
                </a:cubicBezTo>
                <a:cubicBezTo>
                  <a:pt x="0" y="88415"/>
                  <a:pt x="7271" y="105320"/>
                  <a:pt x="19159" y="117826"/>
                </a:cubicBezTo>
                <a:cubicBezTo>
                  <a:pt x="25158" y="124152"/>
                  <a:pt x="30502" y="131496"/>
                  <a:pt x="33119" y="139603"/>
                </a:cubicBezTo>
                <a:lnTo>
                  <a:pt x="106447" y="139603"/>
                </a:lnTo>
                <a:close/>
                <a:moveTo>
                  <a:pt x="104702" y="157053"/>
                </a:moveTo>
                <a:lnTo>
                  <a:pt x="34901" y="157053"/>
                </a:lnTo>
                <a:lnTo>
                  <a:pt x="34901" y="162870"/>
                </a:lnTo>
                <a:cubicBezTo>
                  <a:pt x="34901" y="178939"/>
                  <a:pt x="47916" y="191954"/>
                  <a:pt x="63985" y="191954"/>
                </a:cubicBezTo>
                <a:lnTo>
                  <a:pt x="75618" y="191954"/>
                </a:lnTo>
                <a:cubicBezTo>
                  <a:pt x="91687" y="191954"/>
                  <a:pt x="104702" y="178939"/>
                  <a:pt x="104702" y="162870"/>
                </a:cubicBezTo>
                <a:lnTo>
                  <a:pt x="104702" y="157053"/>
                </a:lnTo>
                <a:close/>
                <a:moveTo>
                  <a:pt x="66893" y="40718"/>
                </a:moveTo>
                <a:cubicBezTo>
                  <a:pt x="52424" y="40718"/>
                  <a:pt x="40718" y="52424"/>
                  <a:pt x="40718" y="66893"/>
                </a:cubicBezTo>
                <a:cubicBezTo>
                  <a:pt x="40718" y="71728"/>
                  <a:pt x="36828" y="75618"/>
                  <a:pt x="31992" y="75618"/>
                </a:cubicBezTo>
                <a:cubicBezTo>
                  <a:pt x="27157" y="75618"/>
                  <a:pt x="23267" y="71728"/>
                  <a:pt x="23267" y="66893"/>
                </a:cubicBezTo>
                <a:cubicBezTo>
                  <a:pt x="23267" y="42790"/>
                  <a:pt x="42790" y="23267"/>
                  <a:pt x="66893" y="23267"/>
                </a:cubicBezTo>
                <a:cubicBezTo>
                  <a:pt x="71728" y="23267"/>
                  <a:pt x="75618" y="27157"/>
                  <a:pt x="75618" y="31992"/>
                </a:cubicBezTo>
                <a:cubicBezTo>
                  <a:pt x="75618" y="36828"/>
                  <a:pt x="71728" y="40718"/>
                  <a:pt x="66893" y="4071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72984" y="5845183"/>
            <a:ext cx="2038205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Explicabilité avec SHAP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8630" y="6217457"/>
            <a:ext cx="5397985" cy="48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de l'importance des features pour comprendre les facteurs déterminants dans chaque prédiction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3722" y="1195002"/>
            <a:ext cx="5628795" cy="4791177"/>
          </a:xfrm>
          <a:custGeom>
            <a:avLst/>
            <a:gdLst/>
            <a:ahLst/>
            <a:cxnLst/>
            <a:rect l="l" t="t" r="r" b="b"/>
            <a:pathLst>
              <a:path w="5628795" h="4791177">
                <a:moveTo>
                  <a:pt x="111682" y="0"/>
                </a:moveTo>
                <a:lnTo>
                  <a:pt x="5517113" y="0"/>
                </a:lnTo>
                <a:cubicBezTo>
                  <a:pt x="5578793" y="0"/>
                  <a:pt x="5628795" y="50002"/>
                  <a:pt x="5628795" y="111682"/>
                </a:cubicBezTo>
                <a:lnTo>
                  <a:pt x="5628795" y="4679494"/>
                </a:lnTo>
                <a:cubicBezTo>
                  <a:pt x="5628795" y="4741175"/>
                  <a:pt x="5578793" y="4791177"/>
                  <a:pt x="5517113" y="4791177"/>
                </a:cubicBezTo>
                <a:lnTo>
                  <a:pt x="111682" y="4791177"/>
                </a:lnTo>
                <a:cubicBezTo>
                  <a:pt x="50002" y="4791177"/>
                  <a:pt x="0" y="4741175"/>
                  <a:pt x="0" y="4679494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83583" y="1384865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74456" y="0"/>
                </a:moveTo>
                <a:lnTo>
                  <a:pt x="372273" y="0"/>
                </a:lnTo>
                <a:cubicBezTo>
                  <a:pt x="413394" y="0"/>
                  <a:pt x="446730" y="33335"/>
                  <a:pt x="446730" y="74456"/>
                </a:cubicBezTo>
                <a:lnTo>
                  <a:pt x="446730" y="372273"/>
                </a:lnTo>
                <a:cubicBezTo>
                  <a:pt x="446730" y="413394"/>
                  <a:pt x="413394" y="446730"/>
                  <a:pt x="372273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02245" y="1515161"/>
            <a:ext cx="209405" cy="186137"/>
          </a:xfrm>
          <a:custGeom>
            <a:avLst/>
            <a:gdLst/>
            <a:ahLst/>
            <a:cxnLst/>
            <a:rect l="l" t="t" r="r" b="b"/>
            <a:pathLst>
              <a:path w="209405" h="186137">
                <a:moveTo>
                  <a:pt x="186283" y="87252"/>
                </a:moveTo>
                <a:lnTo>
                  <a:pt x="122298" y="87252"/>
                </a:lnTo>
                <a:cubicBezTo>
                  <a:pt x="115863" y="87252"/>
                  <a:pt x="110665" y="82053"/>
                  <a:pt x="110665" y="75618"/>
                </a:cubicBezTo>
                <a:lnTo>
                  <a:pt x="110665" y="11634"/>
                </a:lnTo>
                <a:cubicBezTo>
                  <a:pt x="110665" y="5199"/>
                  <a:pt x="115900" y="-73"/>
                  <a:pt x="122262" y="763"/>
                </a:cubicBezTo>
                <a:cubicBezTo>
                  <a:pt x="161162" y="5926"/>
                  <a:pt x="191991" y="36755"/>
                  <a:pt x="197153" y="75655"/>
                </a:cubicBezTo>
                <a:cubicBezTo>
                  <a:pt x="197989" y="82017"/>
                  <a:pt x="192718" y="87252"/>
                  <a:pt x="186283" y="87252"/>
                </a:cubicBezTo>
                <a:close/>
                <a:moveTo>
                  <a:pt x="80926" y="13524"/>
                </a:moveTo>
                <a:cubicBezTo>
                  <a:pt x="87506" y="12143"/>
                  <a:pt x="93214" y="17523"/>
                  <a:pt x="93214" y="24249"/>
                </a:cubicBezTo>
                <a:lnTo>
                  <a:pt x="93214" y="95977"/>
                </a:lnTo>
                <a:cubicBezTo>
                  <a:pt x="93214" y="98013"/>
                  <a:pt x="93941" y="99976"/>
                  <a:pt x="95214" y="101539"/>
                </a:cubicBezTo>
                <a:lnTo>
                  <a:pt x="143239" y="159489"/>
                </a:lnTo>
                <a:cubicBezTo>
                  <a:pt x="147492" y="164615"/>
                  <a:pt x="146583" y="172359"/>
                  <a:pt x="140730" y="175522"/>
                </a:cubicBezTo>
                <a:cubicBezTo>
                  <a:pt x="128333" y="182284"/>
                  <a:pt x="114118" y="186137"/>
                  <a:pt x="99031" y="186137"/>
                </a:cubicBezTo>
                <a:cubicBezTo>
                  <a:pt x="50861" y="186137"/>
                  <a:pt x="11779" y="147056"/>
                  <a:pt x="11779" y="98885"/>
                </a:cubicBezTo>
                <a:cubicBezTo>
                  <a:pt x="11779" y="56896"/>
                  <a:pt x="41408" y="21849"/>
                  <a:pt x="80926" y="13524"/>
                </a:cubicBezTo>
                <a:close/>
                <a:moveTo>
                  <a:pt x="173704" y="104702"/>
                </a:moveTo>
                <a:lnTo>
                  <a:pt x="196971" y="104702"/>
                </a:lnTo>
                <a:cubicBezTo>
                  <a:pt x="203697" y="104702"/>
                  <a:pt x="209077" y="110410"/>
                  <a:pt x="207696" y="116990"/>
                </a:cubicBezTo>
                <a:cubicBezTo>
                  <a:pt x="203988" y="134586"/>
                  <a:pt x="194972" y="150219"/>
                  <a:pt x="182393" y="162143"/>
                </a:cubicBezTo>
                <a:cubicBezTo>
                  <a:pt x="177921" y="166397"/>
                  <a:pt x="170905" y="165488"/>
                  <a:pt x="166978" y="160725"/>
                </a:cubicBezTo>
                <a:lnTo>
                  <a:pt x="136295" y="123752"/>
                </a:lnTo>
                <a:cubicBezTo>
                  <a:pt x="130005" y="116154"/>
                  <a:pt x="135422" y="104702"/>
                  <a:pt x="145238" y="104702"/>
                </a:cubicBezTo>
                <a:lnTo>
                  <a:pt x="173668" y="10470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941995" y="1459320"/>
            <a:ext cx="2121966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Interactif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87305" y="1984227"/>
            <a:ext cx="5237907" cy="919519"/>
          </a:xfrm>
          <a:custGeom>
            <a:avLst/>
            <a:gdLst/>
            <a:ahLst/>
            <a:cxnLst/>
            <a:rect l="l" t="t" r="r" b="b"/>
            <a:pathLst>
              <a:path w="5237907" h="919519">
                <a:moveTo>
                  <a:pt x="74453" y="0"/>
                </a:moveTo>
                <a:lnTo>
                  <a:pt x="5163453" y="0"/>
                </a:lnTo>
                <a:cubicBezTo>
                  <a:pt x="5204573" y="0"/>
                  <a:pt x="5237907" y="33334"/>
                  <a:pt x="5237907" y="74453"/>
                </a:cubicBezTo>
                <a:lnTo>
                  <a:pt x="5237907" y="845065"/>
                </a:lnTo>
                <a:cubicBezTo>
                  <a:pt x="5237907" y="886185"/>
                  <a:pt x="5204573" y="919519"/>
                  <a:pt x="5163453" y="919519"/>
                </a:cubicBezTo>
                <a:lnTo>
                  <a:pt x="74453" y="919519"/>
                </a:lnTo>
                <a:cubicBezTo>
                  <a:pt x="33334" y="919519"/>
                  <a:pt x="0" y="886185"/>
                  <a:pt x="0" y="845065"/>
                </a:cubicBezTo>
                <a:lnTo>
                  <a:pt x="0" y="74453"/>
                </a:lnTo>
                <a:cubicBezTo>
                  <a:pt x="0" y="33361"/>
                  <a:pt x="33361" y="0"/>
                  <a:pt x="7445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2710" y="2099631"/>
            <a:ext cx="372275" cy="372275"/>
          </a:xfrm>
          <a:custGeom>
            <a:avLst/>
            <a:gdLst/>
            <a:ahLst/>
            <a:cxnLst/>
            <a:rect l="l" t="t" r="r" b="b"/>
            <a:pathLst>
              <a:path w="372275" h="372275">
                <a:moveTo>
                  <a:pt x="186137" y="0"/>
                </a:moveTo>
                <a:lnTo>
                  <a:pt x="186137" y="0"/>
                </a:lnTo>
                <a:cubicBezTo>
                  <a:pt x="288869" y="0"/>
                  <a:pt x="372275" y="83405"/>
                  <a:pt x="372275" y="186137"/>
                </a:cubicBezTo>
                <a:lnTo>
                  <a:pt x="372275" y="186137"/>
                </a:lnTo>
                <a:cubicBezTo>
                  <a:pt x="372275" y="288869"/>
                  <a:pt x="288869" y="372275"/>
                  <a:pt x="186137" y="372275"/>
                </a:cubicBezTo>
                <a:lnTo>
                  <a:pt x="186137" y="372275"/>
                </a:lnTo>
                <a:cubicBezTo>
                  <a:pt x="83405" y="372275"/>
                  <a:pt x="0" y="288869"/>
                  <a:pt x="0" y="186137"/>
                </a:cubicBezTo>
                <a:lnTo>
                  <a:pt x="0" y="186137"/>
                </a:lnTo>
                <a:cubicBezTo>
                  <a:pt x="0" y="83405"/>
                  <a:pt x="83405" y="0"/>
                  <a:pt x="18613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23700" y="2211313"/>
            <a:ext cx="130296" cy="148910"/>
          </a:xfrm>
          <a:custGeom>
            <a:avLst/>
            <a:gdLst/>
            <a:ahLst/>
            <a:cxnLst/>
            <a:rect l="l" t="t" r="r" b="b"/>
            <a:pathLst>
              <a:path w="130296" h="148910">
                <a:moveTo>
                  <a:pt x="55841" y="37227"/>
                </a:moveTo>
                <a:cubicBezTo>
                  <a:pt x="55841" y="21818"/>
                  <a:pt x="43330" y="9307"/>
                  <a:pt x="27921" y="9307"/>
                </a:cubicBezTo>
                <a:cubicBezTo>
                  <a:pt x="12511" y="9307"/>
                  <a:pt x="0" y="21818"/>
                  <a:pt x="0" y="37227"/>
                </a:cubicBezTo>
                <a:cubicBezTo>
                  <a:pt x="0" y="52637"/>
                  <a:pt x="12511" y="65148"/>
                  <a:pt x="27921" y="65148"/>
                </a:cubicBezTo>
                <a:cubicBezTo>
                  <a:pt x="43330" y="65148"/>
                  <a:pt x="55841" y="52637"/>
                  <a:pt x="55841" y="37227"/>
                </a:cubicBezTo>
                <a:close/>
                <a:moveTo>
                  <a:pt x="130296" y="111682"/>
                </a:moveTo>
                <a:cubicBezTo>
                  <a:pt x="130296" y="96273"/>
                  <a:pt x="117785" y="83762"/>
                  <a:pt x="102376" y="83762"/>
                </a:cubicBezTo>
                <a:cubicBezTo>
                  <a:pt x="86966" y="83762"/>
                  <a:pt x="74455" y="96273"/>
                  <a:pt x="74455" y="111682"/>
                </a:cubicBezTo>
                <a:cubicBezTo>
                  <a:pt x="74455" y="127092"/>
                  <a:pt x="86966" y="139603"/>
                  <a:pt x="102376" y="139603"/>
                </a:cubicBezTo>
                <a:cubicBezTo>
                  <a:pt x="117785" y="139603"/>
                  <a:pt x="130296" y="127092"/>
                  <a:pt x="130296" y="111682"/>
                </a:cubicBezTo>
                <a:close/>
                <a:moveTo>
                  <a:pt x="127562" y="25187"/>
                </a:moveTo>
                <a:cubicBezTo>
                  <a:pt x="131198" y="21551"/>
                  <a:pt x="131198" y="15647"/>
                  <a:pt x="127562" y="12012"/>
                </a:cubicBezTo>
                <a:cubicBezTo>
                  <a:pt x="123927" y="8376"/>
                  <a:pt x="118023" y="8376"/>
                  <a:pt x="114387" y="12012"/>
                </a:cubicBezTo>
                <a:lnTo>
                  <a:pt x="2705" y="123694"/>
                </a:lnTo>
                <a:cubicBezTo>
                  <a:pt x="-931" y="127330"/>
                  <a:pt x="-931" y="133234"/>
                  <a:pt x="2705" y="136869"/>
                </a:cubicBezTo>
                <a:cubicBezTo>
                  <a:pt x="6340" y="140505"/>
                  <a:pt x="12244" y="140505"/>
                  <a:pt x="15880" y="136869"/>
                </a:cubicBezTo>
                <a:lnTo>
                  <a:pt x="127562" y="2518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986668" y="2099631"/>
            <a:ext cx="459759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Probabilité de Victoire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86668" y="2360223"/>
            <a:ext cx="4588287" cy="428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 des probabilités par équipe et par phase de la compétition avec mise à jour temps réel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87305" y="3018217"/>
            <a:ext cx="5237907" cy="919519"/>
          </a:xfrm>
          <a:custGeom>
            <a:avLst/>
            <a:gdLst/>
            <a:ahLst/>
            <a:cxnLst/>
            <a:rect l="l" t="t" r="r" b="b"/>
            <a:pathLst>
              <a:path w="5237907" h="919519">
                <a:moveTo>
                  <a:pt x="74453" y="0"/>
                </a:moveTo>
                <a:lnTo>
                  <a:pt x="5163453" y="0"/>
                </a:lnTo>
                <a:cubicBezTo>
                  <a:pt x="5204573" y="0"/>
                  <a:pt x="5237907" y="33334"/>
                  <a:pt x="5237907" y="74453"/>
                </a:cubicBezTo>
                <a:lnTo>
                  <a:pt x="5237907" y="845065"/>
                </a:lnTo>
                <a:cubicBezTo>
                  <a:pt x="5237907" y="886185"/>
                  <a:pt x="5204573" y="919519"/>
                  <a:pt x="5163453" y="919519"/>
                </a:cubicBezTo>
                <a:lnTo>
                  <a:pt x="74453" y="919519"/>
                </a:lnTo>
                <a:cubicBezTo>
                  <a:pt x="33334" y="919519"/>
                  <a:pt x="0" y="886185"/>
                  <a:pt x="0" y="845065"/>
                </a:cubicBezTo>
                <a:lnTo>
                  <a:pt x="0" y="74453"/>
                </a:lnTo>
                <a:cubicBezTo>
                  <a:pt x="0" y="33361"/>
                  <a:pt x="33361" y="0"/>
                  <a:pt x="7445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2710" y="3133625"/>
            <a:ext cx="372275" cy="372275"/>
          </a:xfrm>
          <a:custGeom>
            <a:avLst/>
            <a:gdLst/>
            <a:ahLst/>
            <a:cxnLst/>
            <a:rect l="l" t="t" r="r" b="b"/>
            <a:pathLst>
              <a:path w="372275" h="372275">
                <a:moveTo>
                  <a:pt x="186137" y="0"/>
                </a:moveTo>
                <a:lnTo>
                  <a:pt x="186137" y="0"/>
                </a:lnTo>
                <a:cubicBezTo>
                  <a:pt x="288869" y="0"/>
                  <a:pt x="372275" y="83405"/>
                  <a:pt x="372275" y="186137"/>
                </a:cubicBezTo>
                <a:lnTo>
                  <a:pt x="372275" y="186137"/>
                </a:lnTo>
                <a:cubicBezTo>
                  <a:pt x="372275" y="288869"/>
                  <a:pt x="288869" y="372275"/>
                  <a:pt x="186137" y="372275"/>
                </a:cubicBezTo>
                <a:lnTo>
                  <a:pt x="186137" y="372275"/>
                </a:lnTo>
                <a:cubicBezTo>
                  <a:pt x="83405" y="372275"/>
                  <a:pt x="0" y="288869"/>
                  <a:pt x="0" y="186137"/>
                </a:cubicBezTo>
                <a:lnTo>
                  <a:pt x="0" y="186137"/>
                </a:lnTo>
                <a:cubicBezTo>
                  <a:pt x="0" y="83405"/>
                  <a:pt x="83405" y="0"/>
                  <a:pt x="18613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14393" y="3245307"/>
            <a:ext cx="148910" cy="148910"/>
          </a:xfrm>
          <a:custGeom>
            <a:avLst/>
            <a:gdLst/>
            <a:ahLst/>
            <a:cxnLst/>
            <a:rect l="l" t="t" r="r" b="b"/>
            <a:pathLst>
              <a:path w="148910" h="148910">
                <a:moveTo>
                  <a:pt x="0" y="20940"/>
                </a:moveTo>
                <a:cubicBezTo>
                  <a:pt x="0" y="17101"/>
                  <a:pt x="3112" y="13960"/>
                  <a:pt x="6980" y="13960"/>
                </a:cubicBezTo>
                <a:lnTo>
                  <a:pt x="20940" y="13960"/>
                </a:lnTo>
                <a:cubicBezTo>
                  <a:pt x="24809" y="13960"/>
                  <a:pt x="27921" y="17072"/>
                  <a:pt x="27921" y="20940"/>
                </a:cubicBezTo>
                <a:lnTo>
                  <a:pt x="27921" y="51188"/>
                </a:lnTo>
                <a:lnTo>
                  <a:pt x="34901" y="51188"/>
                </a:lnTo>
                <a:cubicBezTo>
                  <a:pt x="38769" y="51188"/>
                  <a:pt x="41881" y="54300"/>
                  <a:pt x="41881" y="58168"/>
                </a:cubicBezTo>
                <a:cubicBezTo>
                  <a:pt x="41881" y="62036"/>
                  <a:pt x="38769" y="65148"/>
                  <a:pt x="34901" y="65148"/>
                </a:cubicBezTo>
                <a:lnTo>
                  <a:pt x="6980" y="65148"/>
                </a:lnTo>
                <a:cubicBezTo>
                  <a:pt x="3112" y="65148"/>
                  <a:pt x="0" y="62036"/>
                  <a:pt x="0" y="58168"/>
                </a:cubicBezTo>
                <a:cubicBezTo>
                  <a:pt x="0" y="54300"/>
                  <a:pt x="3112" y="51188"/>
                  <a:pt x="6980" y="51188"/>
                </a:cubicBezTo>
                <a:lnTo>
                  <a:pt x="13960" y="51188"/>
                </a:lnTo>
                <a:lnTo>
                  <a:pt x="13960" y="27921"/>
                </a:lnTo>
                <a:lnTo>
                  <a:pt x="6980" y="27921"/>
                </a:lnTo>
                <a:cubicBezTo>
                  <a:pt x="3112" y="27921"/>
                  <a:pt x="0" y="24809"/>
                  <a:pt x="0" y="20940"/>
                </a:cubicBezTo>
                <a:close/>
                <a:moveTo>
                  <a:pt x="8842" y="87601"/>
                </a:moveTo>
                <a:cubicBezTo>
                  <a:pt x="12157" y="85100"/>
                  <a:pt x="16200" y="83762"/>
                  <a:pt x="20359" y="83762"/>
                </a:cubicBezTo>
                <a:lnTo>
                  <a:pt x="21784" y="83762"/>
                </a:lnTo>
                <a:cubicBezTo>
                  <a:pt x="31585" y="83762"/>
                  <a:pt x="39554" y="91731"/>
                  <a:pt x="39554" y="101532"/>
                </a:cubicBezTo>
                <a:cubicBezTo>
                  <a:pt x="39554" y="107233"/>
                  <a:pt x="36820" y="112555"/>
                  <a:pt x="32225" y="115900"/>
                </a:cubicBezTo>
                <a:lnTo>
                  <a:pt x="25245" y="120989"/>
                </a:lnTo>
                <a:lnTo>
                  <a:pt x="34901" y="120989"/>
                </a:lnTo>
                <a:cubicBezTo>
                  <a:pt x="38769" y="120989"/>
                  <a:pt x="41881" y="124101"/>
                  <a:pt x="41881" y="127969"/>
                </a:cubicBezTo>
                <a:cubicBezTo>
                  <a:pt x="41881" y="131838"/>
                  <a:pt x="38769" y="134950"/>
                  <a:pt x="34901" y="134950"/>
                </a:cubicBezTo>
                <a:lnTo>
                  <a:pt x="8522" y="134950"/>
                </a:lnTo>
                <a:cubicBezTo>
                  <a:pt x="3810" y="134950"/>
                  <a:pt x="0" y="131140"/>
                  <a:pt x="0" y="126428"/>
                </a:cubicBezTo>
                <a:cubicBezTo>
                  <a:pt x="0" y="123694"/>
                  <a:pt x="1309" y="121135"/>
                  <a:pt x="3519" y="119535"/>
                </a:cubicBezTo>
                <a:lnTo>
                  <a:pt x="24023" y="104615"/>
                </a:lnTo>
                <a:cubicBezTo>
                  <a:pt x="25012" y="103888"/>
                  <a:pt x="25594" y="102754"/>
                  <a:pt x="25594" y="101532"/>
                </a:cubicBezTo>
                <a:cubicBezTo>
                  <a:pt x="25594" y="99438"/>
                  <a:pt x="23878" y="97722"/>
                  <a:pt x="21784" y="97722"/>
                </a:cubicBezTo>
                <a:lnTo>
                  <a:pt x="20359" y="97722"/>
                </a:lnTo>
                <a:cubicBezTo>
                  <a:pt x="19225" y="97722"/>
                  <a:pt x="18119" y="98100"/>
                  <a:pt x="17218" y="98769"/>
                </a:cubicBezTo>
                <a:lnTo>
                  <a:pt x="11168" y="103306"/>
                </a:lnTo>
                <a:cubicBezTo>
                  <a:pt x="8085" y="105633"/>
                  <a:pt x="3723" y="104993"/>
                  <a:pt x="1396" y="101910"/>
                </a:cubicBezTo>
                <a:cubicBezTo>
                  <a:pt x="-931" y="98827"/>
                  <a:pt x="-291" y="94465"/>
                  <a:pt x="2792" y="92138"/>
                </a:cubicBezTo>
                <a:lnTo>
                  <a:pt x="8842" y="87601"/>
                </a:lnTo>
                <a:close/>
                <a:moveTo>
                  <a:pt x="65148" y="18614"/>
                </a:moveTo>
                <a:lnTo>
                  <a:pt x="139603" y="18614"/>
                </a:lnTo>
                <a:cubicBezTo>
                  <a:pt x="144751" y="18614"/>
                  <a:pt x="148910" y="22773"/>
                  <a:pt x="148910" y="27921"/>
                </a:cubicBezTo>
                <a:cubicBezTo>
                  <a:pt x="148910" y="33068"/>
                  <a:pt x="144751" y="37227"/>
                  <a:pt x="139603" y="37227"/>
                </a:cubicBezTo>
                <a:lnTo>
                  <a:pt x="65148" y="37227"/>
                </a:lnTo>
                <a:cubicBezTo>
                  <a:pt x="60000" y="37227"/>
                  <a:pt x="55841" y="33068"/>
                  <a:pt x="55841" y="27921"/>
                </a:cubicBezTo>
                <a:cubicBezTo>
                  <a:pt x="55841" y="22773"/>
                  <a:pt x="60000" y="18614"/>
                  <a:pt x="65148" y="18614"/>
                </a:cubicBezTo>
                <a:close/>
                <a:moveTo>
                  <a:pt x="65148" y="65148"/>
                </a:moveTo>
                <a:lnTo>
                  <a:pt x="139603" y="65148"/>
                </a:lnTo>
                <a:cubicBezTo>
                  <a:pt x="144751" y="65148"/>
                  <a:pt x="148910" y="69307"/>
                  <a:pt x="148910" y="74455"/>
                </a:cubicBezTo>
                <a:cubicBezTo>
                  <a:pt x="148910" y="79603"/>
                  <a:pt x="144751" y="83762"/>
                  <a:pt x="139603" y="83762"/>
                </a:cubicBezTo>
                <a:lnTo>
                  <a:pt x="65148" y="83762"/>
                </a:lnTo>
                <a:cubicBezTo>
                  <a:pt x="60000" y="83762"/>
                  <a:pt x="55841" y="79603"/>
                  <a:pt x="55841" y="74455"/>
                </a:cubicBezTo>
                <a:cubicBezTo>
                  <a:pt x="55841" y="69307"/>
                  <a:pt x="60000" y="65148"/>
                  <a:pt x="65148" y="65148"/>
                </a:cubicBezTo>
                <a:close/>
                <a:moveTo>
                  <a:pt x="65148" y="111682"/>
                </a:moveTo>
                <a:lnTo>
                  <a:pt x="139603" y="111682"/>
                </a:lnTo>
                <a:cubicBezTo>
                  <a:pt x="144751" y="111682"/>
                  <a:pt x="148910" y="115841"/>
                  <a:pt x="148910" y="120989"/>
                </a:cubicBezTo>
                <a:cubicBezTo>
                  <a:pt x="148910" y="126137"/>
                  <a:pt x="144751" y="130296"/>
                  <a:pt x="139603" y="130296"/>
                </a:cubicBezTo>
                <a:lnTo>
                  <a:pt x="65148" y="130296"/>
                </a:lnTo>
                <a:cubicBezTo>
                  <a:pt x="60000" y="130296"/>
                  <a:pt x="55841" y="126137"/>
                  <a:pt x="55841" y="120989"/>
                </a:cubicBezTo>
                <a:cubicBezTo>
                  <a:pt x="55841" y="115841"/>
                  <a:pt x="60000" y="111682"/>
                  <a:pt x="65148" y="11168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6986668" y="3133625"/>
            <a:ext cx="459759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86668" y="3394217"/>
            <a:ext cx="4588287" cy="428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Classement interactif des variables les plus influentes avec explications détaillées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87305" y="4052211"/>
            <a:ext cx="5237907" cy="919519"/>
          </a:xfrm>
          <a:custGeom>
            <a:avLst/>
            <a:gdLst/>
            <a:ahLst/>
            <a:cxnLst/>
            <a:rect l="l" t="t" r="r" b="b"/>
            <a:pathLst>
              <a:path w="5237907" h="919519">
                <a:moveTo>
                  <a:pt x="74453" y="0"/>
                </a:moveTo>
                <a:lnTo>
                  <a:pt x="5163453" y="0"/>
                </a:lnTo>
                <a:cubicBezTo>
                  <a:pt x="5204573" y="0"/>
                  <a:pt x="5237907" y="33334"/>
                  <a:pt x="5237907" y="74453"/>
                </a:cubicBezTo>
                <a:lnTo>
                  <a:pt x="5237907" y="845065"/>
                </a:lnTo>
                <a:cubicBezTo>
                  <a:pt x="5237907" y="886185"/>
                  <a:pt x="5204573" y="919519"/>
                  <a:pt x="5163453" y="919519"/>
                </a:cubicBezTo>
                <a:lnTo>
                  <a:pt x="74453" y="919519"/>
                </a:lnTo>
                <a:cubicBezTo>
                  <a:pt x="33334" y="919519"/>
                  <a:pt x="0" y="886185"/>
                  <a:pt x="0" y="845065"/>
                </a:cubicBezTo>
                <a:lnTo>
                  <a:pt x="0" y="74453"/>
                </a:lnTo>
                <a:cubicBezTo>
                  <a:pt x="0" y="33361"/>
                  <a:pt x="33361" y="0"/>
                  <a:pt x="7445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02710" y="4167619"/>
            <a:ext cx="372275" cy="372275"/>
          </a:xfrm>
          <a:custGeom>
            <a:avLst/>
            <a:gdLst/>
            <a:ahLst/>
            <a:cxnLst/>
            <a:rect l="l" t="t" r="r" b="b"/>
            <a:pathLst>
              <a:path w="372275" h="372275">
                <a:moveTo>
                  <a:pt x="186137" y="0"/>
                </a:moveTo>
                <a:lnTo>
                  <a:pt x="186137" y="0"/>
                </a:lnTo>
                <a:cubicBezTo>
                  <a:pt x="288869" y="0"/>
                  <a:pt x="372275" y="83405"/>
                  <a:pt x="372275" y="186137"/>
                </a:cubicBezTo>
                <a:lnTo>
                  <a:pt x="372275" y="186137"/>
                </a:lnTo>
                <a:cubicBezTo>
                  <a:pt x="372275" y="288869"/>
                  <a:pt x="288869" y="372275"/>
                  <a:pt x="186137" y="372275"/>
                </a:cubicBezTo>
                <a:lnTo>
                  <a:pt x="186137" y="372275"/>
                </a:lnTo>
                <a:cubicBezTo>
                  <a:pt x="83405" y="372275"/>
                  <a:pt x="0" y="288869"/>
                  <a:pt x="0" y="186137"/>
                </a:cubicBezTo>
                <a:lnTo>
                  <a:pt x="0" y="186137"/>
                </a:lnTo>
                <a:cubicBezTo>
                  <a:pt x="0" y="83405"/>
                  <a:pt x="83405" y="0"/>
                  <a:pt x="18613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595779" y="4279302"/>
            <a:ext cx="186137" cy="148910"/>
          </a:xfrm>
          <a:custGeom>
            <a:avLst/>
            <a:gdLst/>
            <a:ahLst/>
            <a:cxnLst/>
            <a:rect l="l" t="t" r="r" b="b"/>
            <a:pathLst>
              <a:path w="186137" h="148910">
                <a:moveTo>
                  <a:pt x="111682" y="9307"/>
                </a:moveTo>
                <a:lnTo>
                  <a:pt x="148910" y="9307"/>
                </a:lnTo>
                <a:cubicBezTo>
                  <a:pt x="154058" y="9307"/>
                  <a:pt x="158217" y="13466"/>
                  <a:pt x="158217" y="18614"/>
                </a:cubicBezTo>
                <a:cubicBezTo>
                  <a:pt x="158217" y="23762"/>
                  <a:pt x="154058" y="27921"/>
                  <a:pt x="148910" y="27921"/>
                </a:cubicBezTo>
                <a:lnTo>
                  <a:pt x="115871" y="27921"/>
                </a:lnTo>
                <a:cubicBezTo>
                  <a:pt x="114358" y="35424"/>
                  <a:pt x="109210" y="41619"/>
                  <a:pt x="102376" y="44586"/>
                </a:cubicBezTo>
                <a:lnTo>
                  <a:pt x="102376" y="130296"/>
                </a:lnTo>
                <a:lnTo>
                  <a:pt x="148910" y="130296"/>
                </a:lnTo>
                <a:cubicBezTo>
                  <a:pt x="154058" y="130296"/>
                  <a:pt x="158217" y="134455"/>
                  <a:pt x="158217" y="139603"/>
                </a:cubicBezTo>
                <a:cubicBezTo>
                  <a:pt x="158217" y="144751"/>
                  <a:pt x="154058" y="148910"/>
                  <a:pt x="148910" y="148910"/>
                </a:cubicBezTo>
                <a:lnTo>
                  <a:pt x="37227" y="148910"/>
                </a:lnTo>
                <a:cubicBezTo>
                  <a:pt x="32080" y="148910"/>
                  <a:pt x="27921" y="144751"/>
                  <a:pt x="27921" y="139603"/>
                </a:cubicBezTo>
                <a:cubicBezTo>
                  <a:pt x="27921" y="134455"/>
                  <a:pt x="32080" y="130296"/>
                  <a:pt x="37227" y="130296"/>
                </a:cubicBezTo>
                <a:lnTo>
                  <a:pt x="83762" y="130296"/>
                </a:lnTo>
                <a:lnTo>
                  <a:pt x="83762" y="44586"/>
                </a:lnTo>
                <a:cubicBezTo>
                  <a:pt x="76927" y="41590"/>
                  <a:pt x="71779" y="35395"/>
                  <a:pt x="70267" y="27921"/>
                </a:cubicBezTo>
                <a:lnTo>
                  <a:pt x="37227" y="27921"/>
                </a:lnTo>
                <a:cubicBezTo>
                  <a:pt x="32080" y="27921"/>
                  <a:pt x="27921" y="23762"/>
                  <a:pt x="27921" y="18614"/>
                </a:cubicBezTo>
                <a:cubicBezTo>
                  <a:pt x="27921" y="13466"/>
                  <a:pt x="32080" y="9307"/>
                  <a:pt x="37227" y="9307"/>
                </a:cubicBezTo>
                <a:lnTo>
                  <a:pt x="74455" y="9307"/>
                </a:lnTo>
                <a:cubicBezTo>
                  <a:pt x="78701" y="3665"/>
                  <a:pt x="85449" y="0"/>
                  <a:pt x="93069" y="0"/>
                </a:cubicBezTo>
                <a:cubicBezTo>
                  <a:pt x="100689" y="0"/>
                  <a:pt x="107436" y="3665"/>
                  <a:pt x="111682" y="9307"/>
                </a:cubicBezTo>
                <a:close/>
                <a:moveTo>
                  <a:pt x="127853" y="93069"/>
                </a:moveTo>
                <a:lnTo>
                  <a:pt x="169967" y="93069"/>
                </a:lnTo>
                <a:lnTo>
                  <a:pt x="148910" y="56946"/>
                </a:lnTo>
                <a:lnTo>
                  <a:pt x="127853" y="93069"/>
                </a:lnTo>
                <a:close/>
                <a:moveTo>
                  <a:pt x="148910" y="120989"/>
                </a:moveTo>
                <a:cubicBezTo>
                  <a:pt x="130616" y="120989"/>
                  <a:pt x="115405" y="111101"/>
                  <a:pt x="112264" y="98042"/>
                </a:cubicBezTo>
                <a:cubicBezTo>
                  <a:pt x="111508" y="94843"/>
                  <a:pt x="112555" y="91556"/>
                  <a:pt x="114213" y="88706"/>
                </a:cubicBezTo>
                <a:lnTo>
                  <a:pt x="141901" y="41241"/>
                </a:lnTo>
                <a:cubicBezTo>
                  <a:pt x="143355" y="38740"/>
                  <a:pt x="146031" y="37227"/>
                  <a:pt x="148910" y="37227"/>
                </a:cubicBezTo>
                <a:cubicBezTo>
                  <a:pt x="151789" y="37227"/>
                  <a:pt x="154465" y="38769"/>
                  <a:pt x="155919" y="41241"/>
                </a:cubicBezTo>
                <a:lnTo>
                  <a:pt x="183607" y="88706"/>
                </a:lnTo>
                <a:cubicBezTo>
                  <a:pt x="185265" y="91556"/>
                  <a:pt x="186312" y="94843"/>
                  <a:pt x="185556" y="98042"/>
                </a:cubicBezTo>
                <a:cubicBezTo>
                  <a:pt x="182415" y="111072"/>
                  <a:pt x="167204" y="120989"/>
                  <a:pt x="148910" y="120989"/>
                </a:cubicBezTo>
                <a:close/>
                <a:moveTo>
                  <a:pt x="36878" y="56946"/>
                </a:moveTo>
                <a:lnTo>
                  <a:pt x="15822" y="93069"/>
                </a:lnTo>
                <a:lnTo>
                  <a:pt x="57964" y="93069"/>
                </a:lnTo>
                <a:lnTo>
                  <a:pt x="36878" y="56946"/>
                </a:lnTo>
                <a:close/>
                <a:moveTo>
                  <a:pt x="262" y="98042"/>
                </a:moveTo>
                <a:cubicBezTo>
                  <a:pt x="-494" y="94843"/>
                  <a:pt x="553" y="91556"/>
                  <a:pt x="2210" y="88706"/>
                </a:cubicBezTo>
                <a:lnTo>
                  <a:pt x="29898" y="41241"/>
                </a:lnTo>
                <a:cubicBezTo>
                  <a:pt x="31353" y="38740"/>
                  <a:pt x="34028" y="37227"/>
                  <a:pt x="36908" y="37227"/>
                </a:cubicBezTo>
                <a:cubicBezTo>
                  <a:pt x="39787" y="37227"/>
                  <a:pt x="42463" y="38769"/>
                  <a:pt x="43917" y="41241"/>
                </a:cubicBezTo>
                <a:lnTo>
                  <a:pt x="71605" y="88706"/>
                </a:lnTo>
                <a:cubicBezTo>
                  <a:pt x="73263" y="91556"/>
                  <a:pt x="74310" y="94843"/>
                  <a:pt x="73553" y="98042"/>
                </a:cubicBezTo>
                <a:cubicBezTo>
                  <a:pt x="70412" y="111072"/>
                  <a:pt x="55201" y="120989"/>
                  <a:pt x="36908" y="120989"/>
                </a:cubicBezTo>
                <a:cubicBezTo>
                  <a:pt x="18614" y="120989"/>
                  <a:pt x="3403" y="111101"/>
                  <a:pt x="262" y="9804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6986668" y="4167619"/>
            <a:ext cx="459759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Comparaisons d'Équipes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86668" y="4428212"/>
            <a:ext cx="4588287" cy="428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Outils de comparaison multi-critères sur indicateurs avancés (xG, PPDA, forme...)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87305" y="5086205"/>
            <a:ext cx="5237907" cy="705461"/>
          </a:xfrm>
          <a:custGeom>
            <a:avLst/>
            <a:gdLst/>
            <a:ahLst/>
            <a:cxnLst/>
            <a:rect l="l" t="t" r="r" b="b"/>
            <a:pathLst>
              <a:path w="5237907" h="705461">
                <a:moveTo>
                  <a:pt x="74454" y="0"/>
                </a:moveTo>
                <a:lnTo>
                  <a:pt x="5163452" y="0"/>
                </a:lnTo>
                <a:cubicBezTo>
                  <a:pt x="5204572" y="0"/>
                  <a:pt x="5237907" y="33334"/>
                  <a:pt x="5237907" y="74454"/>
                </a:cubicBezTo>
                <a:lnTo>
                  <a:pt x="5237907" y="631006"/>
                </a:lnTo>
                <a:cubicBezTo>
                  <a:pt x="5237907" y="672126"/>
                  <a:pt x="5204572" y="705461"/>
                  <a:pt x="5163452" y="705461"/>
                </a:cubicBezTo>
                <a:lnTo>
                  <a:pt x="74454" y="705461"/>
                </a:lnTo>
                <a:cubicBezTo>
                  <a:pt x="33334" y="705461"/>
                  <a:pt x="0" y="672126"/>
                  <a:pt x="0" y="631006"/>
                </a:cubicBezTo>
                <a:lnTo>
                  <a:pt x="0" y="74454"/>
                </a:lnTo>
                <a:cubicBezTo>
                  <a:pt x="0" y="33362"/>
                  <a:pt x="33362" y="0"/>
                  <a:pt x="74454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02710" y="5201609"/>
            <a:ext cx="372275" cy="372275"/>
          </a:xfrm>
          <a:custGeom>
            <a:avLst/>
            <a:gdLst/>
            <a:ahLst/>
            <a:cxnLst/>
            <a:rect l="l" t="t" r="r" b="b"/>
            <a:pathLst>
              <a:path w="372275" h="372275">
                <a:moveTo>
                  <a:pt x="186137" y="0"/>
                </a:moveTo>
                <a:lnTo>
                  <a:pt x="186137" y="0"/>
                </a:lnTo>
                <a:cubicBezTo>
                  <a:pt x="288869" y="0"/>
                  <a:pt x="372275" y="83405"/>
                  <a:pt x="372275" y="186137"/>
                </a:cubicBezTo>
                <a:lnTo>
                  <a:pt x="372275" y="186137"/>
                </a:lnTo>
                <a:cubicBezTo>
                  <a:pt x="372275" y="288869"/>
                  <a:pt x="288869" y="372275"/>
                  <a:pt x="186137" y="372275"/>
                </a:cubicBezTo>
                <a:lnTo>
                  <a:pt x="186137" y="372275"/>
                </a:lnTo>
                <a:cubicBezTo>
                  <a:pt x="83405" y="372275"/>
                  <a:pt x="0" y="288869"/>
                  <a:pt x="0" y="186137"/>
                </a:cubicBezTo>
                <a:lnTo>
                  <a:pt x="0" y="186137"/>
                </a:lnTo>
                <a:cubicBezTo>
                  <a:pt x="0" y="83405"/>
                  <a:pt x="83405" y="0"/>
                  <a:pt x="186137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614393" y="5313291"/>
            <a:ext cx="148910" cy="148910"/>
          </a:xfrm>
          <a:custGeom>
            <a:avLst/>
            <a:gdLst/>
            <a:ahLst/>
            <a:cxnLst/>
            <a:rect l="l" t="t" r="r" b="b"/>
            <a:pathLst>
              <a:path w="148910" h="148910">
                <a:moveTo>
                  <a:pt x="18614" y="18614"/>
                </a:moveTo>
                <a:cubicBezTo>
                  <a:pt x="18614" y="13466"/>
                  <a:pt x="14455" y="9307"/>
                  <a:pt x="9307" y="9307"/>
                </a:cubicBezTo>
                <a:cubicBezTo>
                  <a:pt x="4159" y="9307"/>
                  <a:pt x="0" y="13466"/>
                  <a:pt x="0" y="18614"/>
                </a:cubicBezTo>
                <a:lnTo>
                  <a:pt x="0" y="116336"/>
                </a:lnTo>
                <a:cubicBezTo>
                  <a:pt x="0" y="129191"/>
                  <a:pt x="10412" y="139603"/>
                  <a:pt x="23267" y="139603"/>
                </a:cubicBezTo>
                <a:lnTo>
                  <a:pt x="139603" y="139603"/>
                </a:lnTo>
                <a:cubicBezTo>
                  <a:pt x="144751" y="139603"/>
                  <a:pt x="148910" y="135444"/>
                  <a:pt x="148910" y="130296"/>
                </a:cubicBezTo>
                <a:cubicBezTo>
                  <a:pt x="148910" y="125148"/>
                  <a:pt x="144751" y="120989"/>
                  <a:pt x="139603" y="120989"/>
                </a:cubicBezTo>
                <a:lnTo>
                  <a:pt x="23267" y="120989"/>
                </a:lnTo>
                <a:cubicBezTo>
                  <a:pt x="20708" y="120989"/>
                  <a:pt x="18614" y="118895"/>
                  <a:pt x="18614" y="116336"/>
                </a:cubicBezTo>
                <a:lnTo>
                  <a:pt x="18614" y="18614"/>
                </a:lnTo>
                <a:close/>
                <a:moveTo>
                  <a:pt x="136869" y="43800"/>
                </a:moveTo>
                <a:cubicBezTo>
                  <a:pt x="140505" y="40165"/>
                  <a:pt x="140505" y="34261"/>
                  <a:pt x="136869" y="30625"/>
                </a:cubicBezTo>
                <a:cubicBezTo>
                  <a:pt x="133234" y="26990"/>
                  <a:pt x="127330" y="26990"/>
                  <a:pt x="123694" y="30625"/>
                </a:cubicBezTo>
                <a:lnTo>
                  <a:pt x="93069" y="61280"/>
                </a:lnTo>
                <a:lnTo>
                  <a:pt x="76375" y="44615"/>
                </a:lnTo>
                <a:cubicBezTo>
                  <a:pt x="72739" y="40979"/>
                  <a:pt x="66835" y="40979"/>
                  <a:pt x="63199" y="44615"/>
                </a:cubicBezTo>
                <a:lnTo>
                  <a:pt x="35279" y="72535"/>
                </a:lnTo>
                <a:cubicBezTo>
                  <a:pt x="31643" y="76171"/>
                  <a:pt x="31643" y="82075"/>
                  <a:pt x="35279" y="85710"/>
                </a:cubicBezTo>
                <a:cubicBezTo>
                  <a:pt x="38914" y="89346"/>
                  <a:pt x="44818" y="89346"/>
                  <a:pt x="48454" y="85710"/>
                </a:cubicBezTo>
                <a:lnTo>
                  <a:pt x="69802" y="64363"/>
                </a:lnTo>
                <a:lnTo>
                  <a:pt x="86496" y="81057"/>
                </a:lnTo>
                <a:cubicBezTo>
                  <a:pt x="90131" y="84693"/>
                  <a:pt x="96035" y="84693"/>
                  <a:pt x="99671" y="81057"/>
                </a:cubicBezTo>
                <a:lnTo>
                  <a:pt x="136898" y="4383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986668" y="5201609"/>
            <a:ext cx="439284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Évolution des Performances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986668" y="5462201"/>
            <a:ext cx="4383536" cy="21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Graphiques temporels montrant la progression des équipes au fil de la saison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93722" y="6139277"/>
            <a:ext cx="2752972" cy="714768"/>
          </a:xfrm>
          <a:custGeom>
            <a:avLst/>
            <a:gdLst/>
            <a:ahLst/>
            <a:cxnLst/>
            <a:rect l="l" t="t" r="r" b="b"/>
            <a:pathLst>
              <a:path w="2752972" h="714768">
                <a:moveTo>
                  <a:pt x="74457" y="0"/>
                </a:moveTo>
                <a:lnTo>
                  <a:pt x="2678515" y="0"/>
                </a:lnTo>
                <a:cubicBezTo>
                  <a:pt x="2719637" y="0"/>
                  <a:pt x="2752972" y="33336"/>
                  <a:pt x="2752972" y="74457"/>
                </a:cubicBezTo>
                <a:lnTo>
                  <a:pt x="2752972" y="640310"/>
                </a:lnTo>
                <a:cubicBezTo>
                  <a:pt x="2752972" y="681432"/>
                  <a:pt x="2719637" y="714768"/>
                  <a:pt x="2678515" y="714768"/>
                </a:cubicBezTo>
                <a:lnTo>
                  <a:pt x="74457" y="714768"/>
                </a:lnTo>
                <a:cubicBezTo>
                  <a:pt x="33363" y="714768"/>
                  <a:pt x="0" y="681404"/>
                  <a:pt x="0" y="640310"/>
                </a:cubicBezTo>
                <a:lnTo>
                  <a:pt x="0" y="74457"/>
                </a:lnTo>
                <a:cubicBezTo>
                  <a:pt x="0" y="33363"/>
                  <a:pt x="33363" y="0"/>
                  <a:pt x="7445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58293" y="6254685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27921" y="13960"/>
                </a:moveTo>
                <a:cubicBezTo>
                  <a:pt x="12521" y="13960"/>
                  <a:pt x="0" y="26481"/>
                  <a:pt x="0" y="41881"/>
                </a:cubicBezTo>
                <a:lnTo>
                  <a:pt x="0" y="153563"/>
                </a:lnTo>
                <a:cubicBezTo>
                  <a:pt x="0" y="168963"/>
                  <a:pt x="12521" y="181484"/>
                  <a:pt x="27921" y="181484"/>
                </a:cubicBezTo>
                <a:lnTo>
                  <a:pt x="90742" y="181484"/>
                </a:lnTo>
                <a:lnTo>
                  <a:pt x="83762" y="202424"/>
                </a:lnTo>
                <a:lnTo>
                  <a:pt x="52351" y="202424"/>
                </a:lnTo>
                <a:cubicBezTo>
                  <a:pt x="46549" y="202424"/>
                  <a:pt x="41881" y="207092"/>
                  <a:pt x="41881" y="212895"/>
                </a:cubicBezTo>
                <a:cubicBezTo>
                  <a:pt x="41881" y="218697"/>
                  <a:pt x="46549" y="223365"/>
                  <a:pt x="52351" y="223365"/>
                </a:cubicBezTo>
                <a:lnTo>
                  <a:pt x="171014" y="223365"/>
                </a:lnTo>
                <a:cubicBezTo>
                  <a:pt x="176816" y="223365"/>
                  <a:pt x="181484" y="218697"/>
                  <a:pt x="181484" y="212895"/>
                </a:cubicBezTo>
                <a:cubicBezTo>
                  <a:pt x="181484" y="207092"/>
                  <a:pt x="176816" y="202424"/>
                  <a:pt x="171014" y="202424"/>
                </a:cubicBezTo>
                <a:lnTo>
                  <a:pt x="139603" y="202424"/>
                </a:lnTo>
                <a:lnTo>
                  <a:pt x="132623" y="181484"/>
                </a:lnTo>
                <a:lnTo>
                  <a:pt x="195444" y="181484"/>
                </a:lnTo>
                <a:cubicBezTo>
                  <a:pt x="210844" y="181484"/>
                  <a:pt x="223365" y="168963"/>
                  <a:pt x="223365" y="153563"/>
                </a:cubicBezTo>
                <a:lnTo>
                  <a:pt x="223365" y="41881"/>
                </a:lnTo>
                <a:cubicBezTo>
                  <a:pt x="223365" y="26481"/>
                  <a:pt x="210844" y="13960"/>
                  <a:pt x="195444" y="13960"/>
                </a:cubicBezTo>
                <a:lnTo>
                  <a:pt x="27921" y="13960"/>
                </a:lnTo>
                <a:close/>
                <a:moveTo>
                  <a:pt x="41881" y="41881"/>
                </a:moveTo>
                <a:lnTo>
                  <a:pt x="181484" y="41881"/>
                </a:lnTo>
                <a:cubicBezTo>
                  <a:pt x="189206" y="41881"/>
                  <a:pt x="195444" y="48119"/>
                  <a:pt x="195444" y="55841"/>
                </a:cubicBezTo>
                <a:lnTo>
                  <a:pt x="195444" y="125643"/>
                </a:lnTo>
                <a:cubicBezTo>
                  <a:pt x="195444" y="133365"/>
                  <a:pt x="189206" y="139603"/>
                  <a:pt x="181484" y="139603"/>
                </a:cubicBezTo>
                <a:lnTo>
                  <a:pt x="41881" y="139603"/>
                </a:lnTo>
                <a:cubicBezTo>
                  <a:pt x="34159" y="139603"/>
                  <a:pt x="27921" y="133365"/>
                  <a:pt x="27921" y="125643"/>
                </a:cubicBezTo>
                <a:lnTo>
                  <a:pt x="27921" y="55841"/>
                </a:lnTo>
                <a:cubicBezTo>
                  <a:pt x="27921" y="48119"/>
                  <a:pt x="34159" y="41881"/>
                  <a:pt x="41881" y="4188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5" name="Text 63"/>
          <p:cNvSpPr/>
          <p:nvPr/>
        </p:nvSpPr>
        <p:spPr>
          <a:xfrm>
            <a:off x="6276554" y="6552505"/>
            <a:ext cx="2587310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 / Tableau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65357" y="6139277"/>
            <a:ext cx="2752972" cy="714768"/>
          </a:xfrm>
          <a:custGeom>
            <a:avLst/>
            <a:gdLst/>
            <a:ahLst/>
            <a:cxnLst/>
            <a:rect l="l" t="t" r="r" b="b"/>
            <a:pathLst>
              <a:path w="2752972" h="714768">
                <a:moveTo>
                  <a:pt x="74457" y="0"/>
                </a:moveTo>
                <a:lnTo>
                  <a:pt x="2678515" y="0"/>
                </a:lnTo>
                <a:cubicBezTo>
                  <a:pt x="2719637" y="0"/>
                  <a:pt x="2752972" y="33336"/>
                  <a:pt x="2752972" y="74457"/>
                </a:cubicBezTo>
                <a:lnTo>
                  <a:pt x="2752972" y="640310"/>
                </a:lnTo>
                <a:cubicBezTo>
                  <a:pt x="2752972" y="681432"/>
                  <a:pt x="2719637" y="714768"/>
                  <a:pt x="2678515" y="714768"/>
                </a:cubicBezTo>
                <a:lnTo>
                  <a:pt x="74457" y="714768"/>
                </a:lnTo>
                <a:cubicBezTo>
                  <a:pt x="33363" y="714768"/>
                  <a:pt x="0" y="681404"/>
                  <a:pt x="0" y="640310"/>
                </a:cubicBezTo>
                <a:lnTo>
                  <a:pt x="0" y="74457"/>
                </a:lnTo>
                <a:cubicBezTo>
                  <a:pt x="0" y="33363"/>
                  <a:pt x="33363" y="0"/>
                  <a:pt x="7445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43889" y="6254685"/>
            <a:ext cx="195444" cy="223365"/>
          </a:xfrm>
          <a:custGeom>
            <a:avLst/>
            <a:gdLst/>
            <a:ahLst/>
            <a:cxnLst/>
            <a:rect l="l" t="t" r="r" b="b"/>
            <a:pathLst>
              <a:path w="195444" h="223365">
                <a:moveTo>
                  <a:pt x="33723" y="1091"/>
                </a:moveTo>
                <a:cubicBezTo>
                  <a:pt x="37257" y="-698"/>
                  <a:pt x="41532" y="-305"/>
                  <a:pt x="44673" y="2094"/>
                </a:cubicBezTo>
                <a:lnTo>
                  <a:pt x="184276" y="106753"/>
                </a:lnTo>
                <a:cubicBezTo>
                  <a:pt x="187897" y="109458"/>
                  <a:pt x="189337" y="114169"/>
                  <a:pt x="187941" y="118444"/>
                </a:cubicBezTo>
                <a:cubicBezTo>
                  <a:pt x="186545" y="122720"/>
                  <a:pt x="182531" y="125599"/>
                  <a:pt x="177994" y="125599"/>
                </a:cubicBezTo>
                <a:lnTo>
                  <a:pt x="111552" y="125599"/>
                </a:lnTo>
                <a:lnTo>
                  <a:pt x="150335" y="203122"/>
                </a:lnTo>
                <a:cubicBezTo>
                  <a:pt x="153781" y="210015"/>
                  <a:pt x="150989" y="218392"/>
                  <a:pt x="144097" y="221838"/>
                </a:cubicBezTo>
                <a:cubicBezTo>
                  <a:pt x="137204" y="225284"/>
                  <a:pt x="128827" y="222492"/>
                  <a:pt x="125381" y="215599"/>
                </a:cubicBezTo>
                <a:lnTo>
                  <a:pt x="86598" y="138076"/>
                </a:lnTo>
                <a:lnTo>
                  <a:pt x="46767" y="191213"/>
                </a:lnTo>
                <a:cubicBezTo>
                  <a:pt x="44062" y="194834"/>
                  <a:pt x="39351" y="196273"/>
                  <a:pt x="35075" y="194877"/>
                </a:cubicBezTo>
                <a:cubicBezTo>
                  <a:pt x="30800" y="193481"/>
                  <a:pt x="27921" y="189468"/>
                  <a:pt x="27921" y="184974"/>
                </a:cubicBezTo>
                <a:lnTo>
                  <a:pt x="27921" y="10470"/>
                </a:lnTo>
                <a:cubicBezTo>
                  <a:pt x="27921" y="6500"/>
                  <a:pt x="30146" y="2879"/>
                  <a:pt x="33723" y="109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9148188" y="6552505"/>
            <a:ext cx="2587310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6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Interactions Avancées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49889"/>
            <a:ext cx="35991" cy="359911"/>
          </a:xfrm>
          <a:custGeom>
            <a:avLst/>
            <a:gdLst/>
            <a:ahLst/>
            <a:cxnLst/>
            <a:rect l="l" t="t" r="r" b="b"/>
            <a:pathLst>
              <a:path w="35991" h="359911">
                <a:moveTo>
                  <a:pt x="0" y="0"/>
                </a:moveTo>
                <a:lnTo>
                  <a:pt x="35991" y="0"/>
                </a:lnTo>
                <a:lnTo>
                  <a:pt x="35991" y="359911"/>
                </a:lnTo>
                <a:lnTo>
                  <a:pt x="0" y="359911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3876" y="359911"/>
            <a:ext cx="376107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spc="198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Exigences Techniques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3876" y="539867"/>
            <a:ext cx="3860050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Besoins Non Fonctionnels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511" y="1155316"/>
            <a:ext cx="5639812" cy="3741279"/>
          </a:xfrm>
          <a:custGeom>
            <a:avLst/>
            <a:gdLst/>
            <a:ahLst/>
            <a:cxnLst/>
            <a:rect l="l" t="t" r="r" b="b"/>
            <a:pathLst>
              <a:path w="5639812" h="3741279">
                <a:moveTo>
                  <a:pt x="107973" y="0"/>
                </a:moveTo>
                <a:lnTo>
                  <a:pt x="5531839" y="0"/>
                </a:lnTo>
                <a:cubicBezTo>
                  <a:pt x="5591471" y="0"/>
                  <a:pt x="5639812" y="48341"/>
                  <a:pt x="5639812" y="107973"/>
                </a:cubicBezTo>
                <a:lnTo>
                  <a:pt x="5639812" y="3633306"/>
                </a:lnTo>
                <a:cubicBezTo>
                  <a:pt x="5639812" y="3692938"/>
                  <a:pt x="5591471" y="3741279"/>
                  <a:pt x="5531839" y="3741279"/>
                </a:cubicBezTo>
                <a:lnTo>
                  <a:pt x="107973" y="3741279"/>
                </a:lnTo>
                <a:cubicBezTo>
                  <a:pt x="48341" y="3741279"/>
                  <a:pt x="0" y="3692938"/>
                  <a:pt x="0" y="3633306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065" y="1338873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71984" y="0"/>
                </a:moveTo>
                <a:lnTo>
                  <a:pt x="359910" y="0"/>
                </a:lnTo>
                <a:cubicBezTo>
                  <a:pt x="399639" y="0"/>
                  <a:pt x="431894" y="32255"/>
                  <a:pt x="431894" y="71984"/>
                </a:cubicBezTo>
                <a:lnTo>
                  <a:pt x="431894" y="359910"/>
                </a:lnTo>
                <a:cubicBezTo>
                  <a:pt x="431894" y="399639"/>
                  <a:pt x="399639" y="431894"/>
                  <a:pt x="359910" y="431894"/>
                </a:cubicBezTo>
                <a:lnTo>
                  <a:pt x="71984" y="431894"/>
                </a:lnTo>
                <a:cubicBezTo>
                  <a:pt x="32255" y="431894"/>
                  <a:pt x="0" y="399639"/>
                  <a:pt x="0" y="359910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3034" y="1464842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0" y="89978"/>
                </a:moveTo>
                <a:cubicBezTo>
                  <a:pt x="0" y="40318"/>
                  <a:pt x="40318" y="0"/>
                  <a:pt x="89978" y="0"/>
                </a:cubicBezTo>
                <a:cubicBezTo>
                  <a:pt x="139638" y="0"/>
                  <a:pt x="179956" y="40318"/>
                  <a:pt x="179956" y="89978"/>
                </a:cubicBezTo>
                <a:cubicBezTo>
                  <a:pt x="179956" y="139638"/>
                  <a:pt x="139638" y="179956"/>
                  <a:pt x="89978" y="179956"/>
                </a:cubicBezTo>
                <a:cubicBezTo>
                  <a:pt x="40318" y="179956"/>
                  <a:pt x="0" y="139638"/>
                  <a:pt x="0" y="89978"/>
                </a:cubicBezTo>
                <a:close/>
                <a:moveTo>
                  <a:pt x="101225" y="33742"/>
                </a:moveTo>
                <a:cubicBezTo>
                  <a:pt x="101225" y="27534"/>
                  <a:pt x="96185" y="22494"/>
                  <a:pt x="89978" y="22494"/>
                </a:cubicBezTo>
                <a:cubicBezTo>
                  <a:pt x="83770" y="22494"/>
                  <a:pt x="78731" y="27534"/>
                  <a:pt x="78731" y="33742"/>
                </a:cubicBezTo>
                <a:cubicBezTo>
                  <a:pt x="78731" y="39949"/>
                  <a:pt x="83770" y="44989"/>
                  <a:pt x="89978" y="44989"/>
                </a:cubicBezTo>
                <a:cubicBezTo>
                  <a:pt x="96185" y="44989"/>
                  <a:pt x="101225" y="39949"/>
                  <a:pt x="101225" y="33742"/>
                </a:cubicBezTo>
                <a:close/>
                <a:moveTo>
                  <a:pt x="89978" y="146214"/>
                </a:moveTo>
                <a:cubicBezTo>
                  <a:pt x="102385" y="146214"/>
                  <a:pt x="112472" y="136127"/>
                  <a:pt x="112472" y="123720"/>
                </a:cubicBezTo>
                <a:cubicBezTo>
                  <a:pt x="112472" y="118026"/>
                  <a:pt x="110363" y="112789"/>
                  <a:pt x="106849" y="108852"/>
                </a:cubicBezTo>
                <a:lnTo>
                  <a:pt x="131276" y="60032"/>
                </a:lnTo>
                <a:cubicBezTo>
                  <a:pt x="133350" y="55850"/>
                  <a:pt x="131663" y="50788"/>
                  <a:pt x="127515" y="48715"/>
                </a:cubicBezTo>
                <a:cubicBezTo>
                  <a:pt x="123368" y="46641"/>
                  <a:pt x="118272" y="48328"/>
                  <a:pt x="116198" y="52475"/>
                </a:cubicBezTo>
                <a:lnTo>
                  <a:pt x="91770" y="101295"/>
                </a:lnTo>
                <a:cubicBezTo>
                  <a:pt x="91173" y="101260"/>
                  <a:pt x="90575" y="101225"/>
                  <a:pt x="89978" y="101225"/>
                </a:cubicBezTo>
                <a:cubicBezTo>
                  <a:pt x="77571" y="101225"/>
                  <a:pt x="67483" y="111312"/>
                  <a:pt x="67483" y="123720"/>
                </a:cubicBezTo>
                <a:cubicBezTo>
                  <a:pt x="67483" y="136127"/>
                  <a:pt x="77571" y="146214"/>
                  <a:pt x="89978" y="146214"/>
                </a:cubicBezTo>
                <a:close/>
                <a:moveTo>
                  <a:pt x="61860" y="50613"/>
                </a:moveTo>
                <a:cubicBezTo>
                  <a:pt x="61860" y="44405"/>
                  <a:pt x="56820" y="39365"/>
                  <a:pt x="50613" y="39365"/>
                </a:cubicBezTo>
                <a:cubicBezTo>
                  <a:pt x="44405" y="39365"/>
                  <a:pt x="39365" y="44405"/>
                  <a:pt x="39365" y="50613"/>
                </a:cubicBezTo>
                <a:cubicBezTo>
                  <a:pt x="39365" y="56820"/>
                  <a:pt x="44405" y="61860"/>
                  <a:pt x="50613" y="61860"/>
                </a:cubicBezTo>
                <a:cubicBezTo>
                  <a:pt x="56820" y="61860"/>
                  <a:pt x="61860" y="56820"/>
                  <a:pt x="61860" y="50613"/>
                </a:cubicBezTo>
                <a:close/>
                <a:moveTo>
                  <a:pt x="33742" y="101225"/>
                </a:moveTo>
                <a:cubicBezTo>
                  <a:pt x="39949" y="101225"/>
                  <a:pt x="44989" y="96185"/>
                  <a:pt x="44989" y="89978"/>
                </a:cubicBezTo>
                <a:cubicBezTo>
                  <a:pt x="44989" y="83770"/>
                  <a:pt x="39949" y="78731"/>
                  <a:pt x="33742" y="78731"/>
                </a:cubicBezTo>
                <a:cubicBezTo>
                  <a:pt x="27534" y="78731"/>
                  <a:pt x="22494" y="83770"/>
                  <a:pt x="22494" y="89978"/>
                </a:cubicBezTo>
                <a:cubicBezTo>
                  <a:pt x="22494" y="96185"/>
                  <a:pt x="27534" y="101225"/>
                  <a:pt x="33742" y="101225"/>
                </a:cubicBezTo>
                <a:close/>
                <a:moveTo>
                  <a:pt x="157461" y="89978"/>
                </a:moveTo>
                <a:cubicBezTo>
                  <a:pt x="157461" y="83770"/>
                  <a:pt x="152422" y="78731"/>
                  <a:pt x="146214" y="78731"/>
                </a:cubicBezTo>
                <a:cubicBezTo>
                  <a:pt x="140007" y="78731"/>
                  <a:pt x="134967" y="83770"/>
                  <a:pt x="134967" y="89978"/>
                </a:cubicBezTo>
                <a:cubicBezTo>
                  <a:pt x="134967" y="96185"/>
                  <a:pt x="140007" y="101225"/>
                  <a:pt x="146214" y="101225"/>
                </a:cubicBezTo>
                <a:cubicBezTo>
                  <a:pt x="152422" y="101225"/>
                  <a:pt x="157461" y="96185"/>
                  <a:pt x="157461" y="899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86933" y="1410855"/>
            <a:ext cx="134067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0664" y="1918331"/>
            <a:ext cx="5261905" cy="718023"/>
          </a:xfrm>
          <a:custGeom>
            <a:avLst/>
            <a:gdLst/>
            <a:ahLst/>
            <a:cxnLst/>
            <a:rect l="l" t="t" r="r" b="b"/>
            <a:pathLst>
              <a:path w="5261905" h="718023">
                <a:moveTo>
                  <a:pt x="71982" y="0"/>
                </a:moveTo>
                <a:lnTo>
                  <a:pt x="5189923" y="0"/>
                </a:lnTo>
                <a:cubicBezTo>
                  <a:pt x="5229651" y="0"/>
                  <a:pt x="5261905" y="32254"/>
                  <a:pt x="5261905" y="71982"/>
                </a:cubicBezTo>
                <a:lnTo>
                  <a:pt x="5261905" y="646041"/>
                </a:lnTo>
                <a:cubicBezTo>
                  <a:pt x="5261905" y="685769"/>
                  <a:pt x="5229651" y="718023"/>
                  <a:pt x="5189923" y="718023"/>
                </a:cubicBezTo>
                <a:lnTo>
                  <a:pt x="71982" y="718023"/>
                </a:lnTo>
                <a:cubicBezTo>
                  <a:pt x="32254" y="718023"/>
                  <a:pt x="0" y="685769"/>
                  <a:pt x="0" y="646041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237" y="2065893"/>
            <a:ext cx="179956" cy="143965"/>
          </a:xfrm>
          <a:custGeom>
            <a:avLst/>
            <a:gdLst/>
            <a:ahLst/>
            <a:cxnLst/>
            <a:rect l="l" t="t" r="r" b="b"/>
            <a:pathLst>
              <a:path w="179956" h="143965">
                <a:moveTo>
                  <a:pt x="116943" y="59189"/>
                </a:moveTo>
                <a:cubicBezTo>
                  <a:pt x="120374" y="58261"/>
                  <a:pt x="123973" y="59892"/>
                  <a:pt x="125519" y="63069"/>
                </a:cubicBezTo>
                <a:lnTo>
                  <a:pt x="130749" y="73641"/>
                </a:lnTo>
                <a:cubicBezTo>
                  <a:pt x="133645" y="74035"/>
                  <a:pt x="136485" y="74822"/>
                  <a:pt x="139156" y="75919"/>
                </a:cubicBezTo>
                <a:lnTo>
                  <a:pt x="148998" y="69367"/>
                </a:lnTo>
                <a:cubicBezTo>
                  <a:pt x="151950" y="67399"/>
                  <a:pt x="155859" y="67793"/>
                  <a:pt x="158361" y="70295"/>
                </a:cubicBezTo>
                <a:lnTo>
                  <a:pt x="163760" y="75694"/>
                </a:lnTo>
                <a:cubicBezTo>
                  <a:pt x="166262" y="78196"/>
                  <a:pt x="166656" y="82133"/>
                  <a:pt x="164688" y="85057"/>
                </a:cubicBezTo>
                <a:lnTo>
                  <a:pt x="158136" y="94870"/>
                </a:lnTo>
                <a:cubicBezTo>
                  <a:pt x="158670" y="96192"/>
                  <a:pt x="159148" y="97570"/>
                  <a:pt x="159542" y="99004"/>
                </a:cubicBezTo>
                <a:cubicBezTo>
                  <a:pt x="159936" y="100438"/>
                  <a:pt x="160189" y="101844"/>
                  <a:pt x="160386" y="103278"/>
                </a:cubicBezTo>
                <a:lnTo>
                  <a:pt x="170986" y="108508"/>
                </a:lnTo>
                <a:cubicBezTo>
                  <a:pt x="174163" y="110082"/>
                  <a:pt x="175794" y="113681"/>
                  <a:pt x="174866" y="117084"/>
                </a:cubicBezTo>
                <a:lnTo>
                  <a:pt x="172898" y="124451"/>
                </a:lnTo>
                <a:cubicBezTo>
                  <a:pt x="171970" y="127853"/>
                  <a:pt x="168793" y="130159"/>
                  <a:pt x="165250" y="129934"/>
                </a:cubicBezTo>
                <a:lnTo>
                  <a:pt x="153440" y="129174"/>
                </a:lnTo>
                <a:cubicBezTo>
                  <a:pt x="151669" y="131452"/>
                  <a:pt x="149616" y="133561"/>
                  <a:pt x="147283" y="135360"/>
                </a:cubicBezTo>
                <a:lnTo>
                  <a:pt x="148042" y="147142"/>
                </a:lnTo>
                <a:cubicBezTo>
                  <a:pt x="148267" y="150685"/>
                  <a:pt x="145961" y="153890"/>
                  <a:pt x="142559" y="154790"/>
                </a:cubicBezTo>
                <a:lnTo>
                  <a:pt x="135192" y="156758"/>
                </a:lnTo>
                <a:cubicBezTo>
                  <a:pt x="131761" y="157686"/>
                  <a:pt x="128190" y="156055"/>
                  <a:pt x="126616" y="152878"/>
                </a:cubicBezTo>
                <a:lnTo>
                  <a:pt x="121386" y="142306"/>
                </a:lnTo>
                <a:cubicBezTo>
                  <a:pt x="118490" y="141912"/>
                  <a:pt x="115650" y="141125"/>
                  <a:pt x="112978" y="140028"/>
                </a:cubicBezTo>
                <a:lnTo>
                  <a:pt x="103137" y="146580"/>
                </a:lnTo>
                <a:cubicBezTo>
                  <a:pt x="100185" y="148548"/>
                  <a:pt x="96276" y="148154"/>
                  <a:pt x="93774" y="145652"/>
                </a:cubicBezTo>
                <a:lnTo>
                  <a:pt x="88375" y="140253"/>
                </a:lnTo>
                <a:cubicBezTo>
                  <a:pt x="85873" y="137750"/>
                  <a:pt x="85479" y="133842"/>
                  <a:pt x="87447" y="130890"/>
                </a:cubicBezTo>
                <a:lnTo>
                  <a:pt x="93999" y="121048"/>
                </a:lnTo>
                <a:cubicBezTo>
                  <a:pt x="93465" y="119727"/>
                  <a:pt x="92986" y="118349"/>
                  <a:pt x="92593" y="116915"/>
                </a:cubicBezTo>
                <a:cubicBezTo>
                  <a:pt x="92199" y="115481"/>
                  <a:pt x="91946" y="114047"/>
                  <a:pt x="91749" y="112641"/>
                </a:cubicBezTo>
                <a:lnTo>
                  <a:pt x="81149" y="107411"/>
                </a:lnTo>
                <a:cubicBezTo>
                  <a:pt x="77971" y="105836"/>
                  <a:pt x="76369" y="102237"/>
                  <a:pt x="77268" y="98835"/>
                </a:cubicBezTo>
                <a:lnTo>
                  <a:pt x="79237" y="91468"/>
                </a:lnTo>
                <a:cubicBezTo>
                  <a:pt x="80165" y="88066"/>
                  <a:pt x="83342" y="85760"/>
                  <a:pt x="86885" y="85985"/>
                </a:cubicBezTo>
                <a:lnTo>
                  <a:pt x="98666" y="86744"/>
                </a:lnTo>
                <a:cubicBezTo>
                  <a:pt x="100438" y="84467"/>
                  <a:pt x="102490" y="82358"/>
                  <a:pt x="104824" y="80558"/>
                </a:cubicBezTo>
                <a:lnTo>
                  <a:pt x="104065" y="68805"/>
                </a:lnTo>
                <a:cubicBezTo>
                  <a:pt x="103840" y="65262"/>
                  <a:pt x="106146" y="62057"/>
                  <a:pt x="109548" y="61157"/>
                </a:cubicBezTo>
                <a:lnTo>
                  <a:pt x="116915" y="59189"/>
                </a:lnTo>
                <a:close/>
                <a:moveTo>
                  <a:pt x="126081" y="95601"/>
                </a:moveTo>
                <a:cubicBezTo>
                  <a:pt x="119253" y="95609"/>
                  <a:pt x="113716" y="101159"/>
                  <a:pt x="113724" y="107987"/>
                </a:cubicBezTo>
                <a:cubicBezTo>
                  <a:pt x="113731" y="114816"/>
                  <a:pt x="119281" y="120353"/>
                  <a:pt x="126110" y="120345"/>
                </a:cubicBezTo>
                <a:cubicBezTo>
                  <a:pt x="132938" y="120338"/>
                  <a:pt x="138475" y="114788"/>
                  <a:pt x="138467" y="107959"/>
                </a:cubicBezTo>
                <a:cubicBezTo>
                  <a:pt x="138460" y="101131"/>
                  <a:pt x="132910" y="95594"/>
                  <a:pt x="126081" y="95601"/>
                </a:cubicBezTo>
                <a:close/>
                <a:moveTo>
                  <a:pt x="63238" y="-12794"/>
                </a:moveTo>
                <a:lnTo>
                  <a:pt x="70605" y="-10825"/>
                </a:lnTo>
                <a:cubicBezTo>
                  <a:pt x="74007" y="-9898"/>
                  <a:pt x="76312" y="-6692"/>
                  <a:pt x="76088" y="-3177"/>
                </a:cubicBezTo>
                <a:lnTo>
                  <a:pt x="75328" y="8576"/>
                </a:lnTo>
                <a:cubicBezTo>
                  <a:pt x="77662" y="10376"/>
                  <a:pt x="79715" y="12456"/>
                  <a:pt x="81486" y="14762"/>
                </a:cubicBezTo>
                <a:lnTo>
                  <a:pt x="93296" y="14003"/>
                </a:lnTo>
                <a:cubicBezTo>
                  <a:pt x="96811" y="13778"/>
                  <a:pt x="100016" y="16084"/>
                  <a:pt x="100944" y="19486"/>
                </a:cubicBezTo>
                <a:lnTo>
                  <a:pt x="102912" y="26853"/>
                </a:lnTo>
                <a:cubicBezTo>
                  <a:pt x="103812" y="30255"/>
                  <a:pt x="102209" y="33854"/>
                  <a:pt x="99032" y="35429"/>
                </a:cubicBezTo>
                <a:lnTo>
                  <a:pt x="88431" y="40659"/>
                </a:lnTo>
                <a:cubicBezTo>
                  <a:pt x="88235" y="42093"/>
                  <a:pt x="87953" y="43527"/>
                  <a:pt x="87588" y="44933"/>
                </a:cubicBezTo>
                <a:cubicBezTo>
                  <a:pt x="87222" y="46339"/>
                  <a:pt x="86716" y="47745"/>
                  <a:pt x="86182" y="49066"/>
                </a:cubicBezTo>
                <a:lnTo>
                  <a:pt x="92733" y="58907"/>
                </a:lnTo>
                <a:cubicBezTo>
                  <a:pt x="94702" y="61860"/>
                  <a:pt x="94308" y="65768"/>
                  <a:pt x="91806" y="68271"/>
                </a:cubicBezTo>
                <a:lnTo>
                  <a:pt x="86407" y="73669"/>
                </a:lnTo>
                <a:cubicBezTo>
                  <a:pt x="83904" y="76172"/>
                  <a:pt x="79996" y="76566"/>
                  <a:pt x="77044" y="74597"/>
                </a:cubicBezTo>
                <a:lnTo>
                  <a:pt x="67202" y="68046"/>
                </a:lnTo>
                <a:cubicBezTo>
                  <a:pt x="64531" y="69142"/>
                  <a:pt x="61691" y="69930"/>
                  <a:pt x="58795" y="70323"/>
                </a:cubicBezTo>
                <a:lnTo>
                  <a:pt x="53565" y="80896"/>
                </a:lnTo>
                <a:cubicBezTo>
                  <a:pt x="51990" y="84073"/>
                  <a:pt x="48391" y="85676"/>
                  <a:pt x="44989" y="84776"/>
                </a:cubicBezTo>
                <a:lnTo>
                  <a:pt x="37622" y="82808"/>
                </a:lnTo>
                <a:cubicBezTo>
                  <a:pt x="34192" y="81880"/>
                  <a:pt x="31914" y="78674"/>
                  <a:pt x="32139" y="75160"/>
                </a:cubicBezTo>
                <a:lnTo>
                  <a:pt x="32898" y="63378"/>
                </a:lnTo>
                <a:cubicBezTo>
                  <a:pt x="30564" y="61579"/>
                  <a:pt x="28512" y="59498"/>
                  <a:pt x="26740" y="57192"/>
                </a:cubicBezTo>
                <a:lnTo>
                  <a:pt x="14931" y="57951"/>
                </a:lnTo>
                <a:cubicBezTo>
                  <a:pt x="11416" y="58176"/>
                  <a:pt x="8210" y="55871"/>
                  <a:pt x="7283" y="52468"/>
                </a:cubicBezTo>
                <a:lnTo>
                  <a:pt x="5314" y="45101"/>
                </a:lnTo>
                <a:cubicBezTo>
                  <a:pt x="4415" y="41699"/>
                  <a:pt x="6017" y="38100"/>
                  <a:pt x="9195" y="36525"/>
                </a:cubicBezTo>
                <a:lnTo>
                  <a:pt x="19795" y="31295"/>
                </a:lnTo>
                <a:cubicBezTo>
                  <a:pt x="19992" y="29861"/>
                  <a:pt x="20273" y="28455"/>
                  <a:pt x="20639" y="27021"/>
                </a:cubicBezTo>
                <a:cubicBezTo>
                  <a:pt x="21032" y="25587"/>
                  <a:pt x="21482" y="24210"/>
                  <a:pt x="22045" y="22888"/>
                </a:cubicBezTo>
                <a:lnTo>
                  <a:pt x="15493" y="13075"/>
                </a:lnTo>
                <a:cubicBezTo>
                  <a:pt x="13525" y="10123"/>
                  <a:pt x="13918" y="6214"/>
                  <a:pt x="16421" y="3712"/>
                </a:cubicBezTo>
                <a:lnTo>
                  <a:pt x="21820" y="-1687"/>
                </a:lnTo>
                <a:cubicBezTo>
                  <a:pt x="24322" y="-4190"/>
                  <a:pt x="28231" y="-4583"/>
                  <a:pt x="31183" y="-2615"/>
                </a:cubicBezTo>
                <a:lnTo>
                  <a:pt x="41024" y="3937"/>
                </a:lnTo>
                <a:cubicBezTo>
                  <a:pt x="43695" y="2840"/>
                  <a:pt x="46535" y="2053"/>
                  <a:pt x="49432" y="1659"/>
                </a:cubicBezTo>
                <a:lnTo>
                  <a:pt x="54662" y="-8913"/>
                </a:lnTo>
                <a:cubicBezTo>
                  <a:pt x="56236" y="-12091"/>
                  <a:pt x="59807" y="-13694"/>
                  <a:pt x="63238" y="-12794"/>
                </a:cubicBezTo>
                <a:close/>
                <a:moveTo>
                  <a:pt x="54099" y="23619"/>
                </a:moveTo>
                <a:cubicBezTo>
                  <a:pt x="47271" y="23619"/>
                  <a:pt x="41727" y="29163"/>
                  <a:pt x="41727" y="35991"/>
                </a:cubicBezTo>
                <a:cubicBezTo>
                  <a:pt x="41727" y="42819"/>
                  <a:pt x="47271" y="48363"/>
                  <a:pt x="54099" y="48363"/>
                </a:cubicBezTo>
                <a:cubicBezTo>
                  <a:pt x="60927" y="48363"/>
                  <a:pt x="66471" y="42819"/>
                  <a:pt x="66471" y="35991"/>
                </a:cubicBezTo>
                <a:cubicBezTo>
                  <a:pt x="66471" y="29163"/>
                  <a:pt x="60927" y="23619"/>
                  <a:pt x="54099" y="236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175" y="2029901"/>
            <a:ext cx="134067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Automatisé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237" y="2317831"/>
            <a:ext cx="5101745" cy="20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Exécution automatique des processus ETL sans intervention manuelle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0664" y="2749273"/>
            <a:ext cx="5261905" cy="718023"/>
          </a:xfrm>
          <a:custGeom>
            <a:avLst/>
            <a:gdLst/>
            <a:ahLst/>
            <a:cxnLst/>
            <a:rect l="l" t="t" r="r" b="b"/>
            <a:pathLst>
              <a:path w="5261905" h="718023">
                <a:moveTo>
                  <a:pt x="71982" y="0"/>
                </a:moveTo>
                <a:lnTo>
                  <a:pt x="5189923" y="0"/>
                </a:lnTo>
                <a:cubicBezTo>
                  <a:pt x="5229651" y="0"/>
                  <a:pt x="5261905" y="32254"/>
                  <a:pt x="5261905" y="71982"/>
                </a:cubicBezTo>
                <a:lnTo>
                  <a:pt x="5261905" y="646041"/>
                </a:lnTo>
                <a:cubicBezTo>
                  <a:pt x="5261905" y="685769"/>
                  <a:pt x="5229651" y="718023"/>
                  <a:pt x="5189923" y="718023"/>
                </a:cubicBezTo>
                <a:lnTo>
                  <a:pt x="71982" y="718023"/>
                </a:lnTo>
                <a:cubicBezTo>
                  <a:pt x="32254" y="718023"/>
                  <a:pt x="0" y="685769"/>
                  <a:pt x="0" y="646041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233" y="2896839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134995" y="53987"/>
                </a:moveTo>
                <a:lnTo>
                  <a:pt x="137216" y="53987"/>
                </a:lnTo>
                <a:cubicBezTo>
                  <a:pt x="140956" y="53987"/>
                  <a:pt x="143965" y="50978"/>
                  <a:pt x="143965" y="47238"/>
                </a:cubicBezTo>
                <a:lnTo>
                  <a:pt x="143965" y="6748"/>
                </a:lnTo>
                <a:cubicBezTo>
                  <a:pt x="143965" y="4021"/>
                  <a:pt x="142334" y="1546"/>
                  <a:pt x="139803" y="506"/>
                </a:cubicBezTo>
                <a:cubicBezTo>
                  <a:pt x="137272" y="-534"/>
                  <a:pt x="134376" y="56"/>
                  <a:pt x="132436" y="1968"/>
                </a:cubicBezTo>
                <a:lnTo>
                  <a:pt x="117899" y="16533"/>
                </a:lnTo>
                <a:cubicBezTo>
                  <a:pt x="105443" y="6214"/>
                  <a:pt x="89415" y="0"/>
                  <a:pt x="71982" y="0"/>
                </a:cubicBezTo>
                <a:cubicBezTo>
                  <a:pt x="35710" y="0"/>
                  <a:pt x="5708" y="26825"/>
                  <a:pt x="731" y="61719"/>
                </a:cubicBezTo>
                <a:cubicBezTo>
                  <a:pt x="28" y="66640"/>
                  <a:pt x="3430" y="71195"/>
                  <a:pt x="8351" y="71898"/>
                </a:cubicBezTo>
                <a:cubicBezTo>
                  <a:pt x="13272" y="72601"/>
                  <a:pt x="17827" y="69170"/>
                  <a:pt x="18530" y="64278"/>
                </a:cubicBezTo>
                <a:cubicBezTo>
                  <a:pt x="22270" y="38100"/>
                  <a:pt x="44792" y="17996"/>
                  <a:pt x="71982" y="17996"/>
                </a:cubicBezTo>
                <a:cubicBezTo>
                  <a:pt x="84467" y="17996"/>
                  <a:pt x="95939" y="22213"/>
                  <a:pt x="105077" y="29327"/>
                </a:cubicBezTo>
                <a:lnTo>
                  <a:pt x="91946" y="42458"/>
                </a:lnTo>
                <a:cubicBezTo>
                  <a:pt x="90006" y="44398"/>
                  <a:pt x="89444" y="47295"/>
                  <a:pt x="90484" y="49825"/>
                </a:cubicBezTo>
                <a:cubicBezTo>
                  <a:pt x="91524" y="52356"/>
                  <a:pt x="93999" y="53987"/>
                  <a:pt x="96726" y="53987"/>
                </a:cubicBezTo>
                <a:lnTo>
                  <a:pt x="134995" y="53987"/>
                </a:lnTo>
                <a:close/>
                <a:moveTo>
                  <a:pt x="143262" y="82245"/>
                </a:moveTo>
                <a:cubicBezTo>
                  <a:pt x="143965" y="77325"/>
                  <a:pt x="140534" y="72770"/>
                  <a:pt x="135642" y="72067"/>
                </a:cubicBezTo>
                <a:cubicBezTo>
                  <a:pt x="130749" y="71364"/>
                  <a:pt x="126166" y="74794"/>
                  <a:pt x="125463" y="79687"/>
                </a:cubicBezTo>
                <a:cubicBezTo>
                  <a:pt x="121723" y="105836"/>
                  <a:pt x="99201" y="125941"/>
                  <a:pt x="72010" y="125941"/>
                </a:cubicBezTo>
                <a:cubicBezTo>
                  <a:pt x="59526" y="125941"/>
                  <a:pt x="48054" y="121723"/>
                  <a:pt x="38915" y="114609"/>
                </a:cubicBezTo>
                <a:lnTo>
                  <a:pt x="52018" y="101506"/>
                </a:lnTo>
                <a:cubicBezTo>
                  <a:pt x="53959" y="99566"/>
                  <a:pt x="54521" y="96670"/>
                  <a:pt x="53481" y="94139"/>
                </a:cubicBezTo>
                <a:cubicBezTo>
                  <a:pt x="52440" y="91609"/>
                  <a:pt x="49966" y="89978"/>
                  <a:pt x="47238" y="89978"/>
                </a:cubicBezTo>
                <a:lnTo>
                  <a:pt x="6748" y="89978"/>
                </a:lnTo>
                <a:cubicBezTo>
                  <a:pt x="3009" y="89978"/>
                  <a:pt x="0" y="92986"/>
                  <a:pt x="0" y="96726"/>
                </a:cubicBezTo>
                <a:lnTo>
                  <a:pt x="0" y="137216"/>
                </a:lnTo>
                <a:cubicBezTo>
                  <a:pt x="0" y="139944"/>
                  <a:pt x="1631" y="142418"/>
                  <a:pt x="4161" y="143458"/>
                </a:cubicBezTo>
                <a:cubicBezTo>
                  <a:pt x="6692" y="144499"/>
                  <a:pt x="9588" y="143908"/>
                  <a:pt x="11528" y="141996"/>
                </a:cubicBezTo>
                <a:lnTo>
                  <a:pt x="26094" y="127431"/>
                </a:lnTo>
                <a:cubicBezTo>
                  <a:pt x="38522" y="137750"/>
                  <a:pt x="54549" y="143965"/>
                  <a:pt x="71982" y="143965"/>
                </a:cubicBezTo>
                <a:cubicBezTo>
                  <a:pt x="108255" y="143965"/>
                  <a:pt x="138257" y="117140"/>
                  <a:pt x="143234" y="8224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175" y="2860848"/>
            <a:ext cx="142165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Mise à Jour Régulière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237" y="3148777"/>
            <a:ext cx="5101745" cy="20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Rafraîchissement des données après chaque journée de match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664" y="3580219"/>
            <a:ext cx="5261905" cy="718023"/>
          </a:xfrm>
          <a:custGeom>
            <a:avLst/>
            <a:gdLst/>
            <a:ahLst/>
            <a:cxnLst/>
            <a:rect l="l" t="t" r="r" b="b"/>
            <a:pathLst>
              <a:path w="5261905" h="718023">
                <a:moveTo>
                  <a:pt x="71982" y="0"/>
                </a:moveTo>
                <a:lnTo>
                  <a:pt x="5189923" y="0"/>
                </a:lnTo>
                <a:cubicBezTo>
                  <a:pt x="5229651" y="0"/>
                  <a:pt x="5261905" y="32254"/>
                  <a:pt x="5261905" y="71982"/>
                </a:cubicBezTo>
                <a:lnTo>
                  <a:pt x="5261905" y="646041"/>
                </a:lnTo>
                <a:cubicBezTo>
                  <a:pt x="5261905" y="685769"/>
                  <a:pt x="5229651" y="718023"/>
                  <a:pt x="5189923" y="718023"/>
                </a:cubicBezTo>
                <a:lnTo>
                  <a:pt x="71982" y="718023"/>
                </a:lnTo>
                <a:cubicBezTo>
                  <a:pt x="32254" y="718023"/>
                  <a:pt x="0" y="685769"/>
                  <a:pt x="0" y="646041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230" y="3727785"/>
            <a:ext cx="125969" cy="143965"/>
          </a:xfrm>
          <a:custGeom>
            <a:avLst/>
            <a:gdLst/>
            <a:ahLst/>
            <a:cxnLst/>
            <a:rect l="l" t="t" r="r" b="b"/>
            <a:pathLst>
              <a:path w="125969" h="143965">
                <a:moveTo>
                  <a:pt x="95264" y="-2784"/>
                </a:moveTo>
                <a:cubicBezTo>
                  <a:pt x="98610" y="-366"/>
                  <a:pt x="99847" y="4021"/>
                  <a:pt x="98329" y="7845"/>
                </a:cubicBezTo>
                <a:lnTo>
                  <a:pt x="76284" y="62985"/>
                </a:lnTo>
                <a:lnTo>
                  <a:pt x="116971" y="62985"/>
                </a:lnTo>
                <a:cubicBezTo>
                  <a:pt x="120767" y="62985"/>
                  <a:pt x="124141" y="65346"/>
                  <a:pt x="125435" y="68917"/>
                </a:cubicBezTo>
                <a:cubicBezTo>
                  <a:pt x="126728" y="72488"/>
                  <a:pt x="125632" y="76481"/>
                  <a:pt x="122735" y="78899"/>
                </a:cubicBezTo>
                <a:lnTo>
                  <a:pt x="41755" y="146383"/>
                </a:lnTo>
                <a:cubicBezTo>
                  <a:pt x="38578" y="149026"/>
                  <a:pt x="34051" y="149166"/>
                  <a:pt x="30705" y="146748"/>
                </a:cubicBezTo>
                <a:cubicBezTo>
                  <a:pt x="27359" y="144330"/>
                  <a:pt x="26122" y="139944"/>
                  <a:pt x="27640" y="136120"/>
                </a:cubicBezTo>
                <a:lnTo>
                  <a:pt x="49685" y="80980"/>
                </a:lnTo>
                <a:lnTo>
                  <a:pt x="8998" y="80980"/>
                </a:lnTo>
                <a:cubicBezTo>
                  <a:pt x="5202" y="80980"/>
                  <a:pt x="1828" y="78618"/>
                  <a:pt x="534" y="75047"/>
                </a:cubicBezTo>
                <a:cubicBezTo>
                  <a:pt x="-759" y="71476"/>
                  <a:pt x="337" y="67483"/>
                  <a:pt x="3234" y="65065"/>
                </a:cubicBezTo>
                <a:lnTo>
                  <a:pt x="84214" y="-2418"/>
                </a:lnTo>
                <a:cubicBezTo>
                  <a:pt x="87391" y="-5061"/>
                  <a:pt x="91918" y="-5202"/>
                  <a:pt x="95264" y="-27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175" y="3691794"/>
            <a:ext cx="175456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Temps de Réponse Rapide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237" y="3979723"/>
            <a:ext cx="5101745" cy="20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interactif avec latence &lt; 2 secondes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3511" y="5049670"/>
            <a:ext cx="5639812" cy="1806755"/>
          </a:xfrm>
          <a:custGeom>
            <a:avLst/>
            <a:gdLst/>
            <a:ahLst/>
            <a:cxnLst/>
            <a:rect l="l" t="t" r="r" b="b"/>
            <a:pathLst>
              <a:path w="5639812" h="1806755">
                <a:moveTo>
                  <a:pt x="107972" y="0"/>
                </a:moveTo>
                <a:lnTo>
                  <a:pt x="5531841" y="0"/>
                </a:lnTo>
                <a:cubicBezTo>
                  <a:pt x="5591472" y="0"/>
                  <a:pt x="5639812" y="48341"/>
                  <a:pt x="5639812" y="107972"/>
                </a:cubicBezTo>
                <a:lnTo>
                  <a:pt x="5639812" y="1698784"/>
                </a:lnTo>
                <a:cubicBezTo>
                  <a:pt x="5639812" y="1758415"/>
                  <a:pt x="5591472" y="1806755"/>
                  <a:pt x="5531841" y="1806755"/>
                </a:cubicBezTo>
                <a:lnTo>
                  <a:pt x="107972" y="1806755"/>
                </a:lnTo>
                <a:cubicBezTo>
                  <a:pt x="48341" y="1806755"/>
                  <a:pt x="0" y="1758415"/>
                  <a:pt x="0" y="1698784"/>
                </a:cubicBezTo>
                <a:lnTo>
                  <a:pt x="0" y="107972"/>
                </a:lnTo>
                <a:cubicBezTo>
                  <a:pt x="0" y="48380"/>
                  <a:pt x="48380" y="0"/>
                  <a:pt x="107972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7065" y="5233227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71984" y="0"/>
                </a:moveTo>
                <a:lnTo>
                  <a:pt x="359910" y="0"/>
                </a:lnTo>
                <a:cubicBezTo>
                  <a:pt x="399639" y="0"/>
                  <a:pt x="431894" y="32255"/>
                  <a:pt x="431894" y="71984"/>
                </a:cubicBezTo>
                <a:lnTo>
                  <a:pt x="431894" y="359910"/>
                </a:lnTo>
                <a:cubicBezTo>
                  <a:pt x="431894" y="399639"/>
                  <a:pt x="399639" y="431894"/>
                  <a:pt x="359910" y="431894"/>
                </a:cubicBezTo>
                <a:lnTo>
                  <a:pt x="71984" y="431894"/>
                </a:lnTo>
                <a:cubicBezTo>
                  <a:pt x="32255" y="431894"/>
                  <a:pt x="0" y="399639"/>
                  <a:pt x="0" y="359910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3034" y="5359196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89978" y="0"/>
                </a:moveTo>
                <a:cubicBezTo>
                  <a:pt x="91595" y="0"/>
                  <a:pt x="93211" y="351"/>
                  <a:pt x="94688" y="1019"/>
                </a:cubicBezTo>
                <a:lnTo>
                  <a:pt x="160906" y="29102"/>
                </a:lnTo>
                <a:cubicBezTo>
                  <a:pt x="168638" y="32371"/>
                  <a:pt x="174402" y="39998"/>
                  <a:pt x="174367" y="49207"/>
                </a:cubicBezTo>
                <a:cubicBezTo>
                  <a:pt x="174192" y="84073"/>
                  <a:pt x="159851" y="147866"/>
                  <a:pt x="99292" y="176863"/>
                </a:cubicBezTo>
                <a:cubicBezTo>
                  <a:pt x="93422" y="179675"/>
                  <a:pt x="86604" y="179675"/>
                  <a:pt x="80734" y="176863"/>
                </a:cubicBezTo>
                <a:cubicBezTo>
                  <a:pt x="20140" y="147866"/>
                  <a:pt x="5835" y="84073"/>
                  <a:pt x="5659" y="49207"/>
                </a:cubicBezTo>
                <a:cubicBezTo>
                  <a:pt x="5624" y="39998"/>
                  <a:pt x="11388" y="32371"/>
                  <a:pt x="19120" y="29102"/>
                </a:cubicBezTo>
                <a:lnTo>
                  <a:pt x="85303" y="1019"/>
                </a:lnTo>
                <a:cubicBezTo>
                  <a:pt x="86779" y="351"/>
                  <a:pt x="88361" y="0"/>
                  <a:pt x="89978" y="0"/>
                </a:cubicBezTo>
                <a:close/>
                <a:moveTo>
                  <a:pt x="89978" y="23479"/>
                </a:moveTo>
                <a:lnTo>
                  <a:pt x="89978" y="156372"/>
                </a:lnTo>
                <a:cubicBezTo>
                  <a:pt x="138482" y="132893"/>
                  <a:pt x="151521" y="80875"/>
                  <a:pt x="151838" y="49734"/>
                </a:cubicBezTo>
                <a:lnTo>
                  <a:pt x="89978" y="23514"/>
                </a:lnTo>
                <a:lnTo>
                  <a:pt x="89978" y="23514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086933" y="5305210"/>
            <a:ext cx="85479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Fiabilité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065" y="5809086"/>
            <a:ext cx="1682586" cy="863787"/>
          </a:xfrm>
          <a:custGeom>
            <a:avLst/>
            <a:gdLst/>
            <a:ahLst/>
            <a:cxnLst/>
            <a:rect l="l" t="t" r="r" b="b"/>
            <a:pathLst>
              <a:path w="1682586" h="863787">
                <a:moveTo>
                  <a:pt x="71979" y="0"/>
                </a:moveTo>
                <a:lnTo>
                  <a:pt x="1610607" y="0"/>
                </a:lnTo>
                <a:cubicBezTo>
                  <a:pt x="1650360" y="0"/>
                  <a:pt x="1682586" y="32226"/>
                  <a:pt x="1682586" y="71979"/>
                </a:cubicBezTo>
                <a:lnTo>
                  <a:pt x="1682586" y="791808"/>
                </a:lnTo>
                <a:cubicBezTo>
                  <a:pt x="1682586" y="831561"/>
                  <a:pt x="1650360" y="863787"/>
                  <a:pt x="1610607" y="863787"/>
                </a:cubicBezTo>
                <a:lnTo>
                  <a:pt x="71979" y="863787"/>
                </a:lnTo>
                <a:cubicBezTo>
                  <a:pt x="32226" y="863787"/>
                  <a:pt x="0" y="831561"/>
                  <a:pt x="0" y="791808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294894" y="5917059"/>
            <a:ext cx="188954" cy="215947"/>
          </a:xfrm>
          <a:custGeom>
            <a:avLst/>
            <a:gdLst/>
            <a:ahLst/>
            <a:cxnLst/>
            <a:rect l="l" t="t" r="r" b="b"/>
            <a:pathLst>
              <a:path w="188954" h="215947">
                <a:moveTo>
                  <a:pt x="33742" y="43864"/>
                </a:moveTo>
                <a:cubicBezTo>
                  <a:pt x="39328" y="43864"/>
                  <a:pt x="43864" y="39328"/>
                  <a:pt x="43864" y="33742"/>
                </a:cubicBezTo>
                <a:cubicBezTo>
                  <a:pt x="43864" y="28155"/>
                  <a:pt x="39328" y="23619"/>
                  <a:pt x="33742" y="23619"/>
                </a:cubicBezTo>
                <a:cubicBezTo>
                  <a:pt x="28155" y="23619"/>
                  <a:pt x="23619" y="28155"/>
                  <a:pt x="23619" y="33742"/>
                </a:cubicBezTo>
                <a:cubicBezTo>
                  <a:pt x="23619" y="39328"/>
                  <a:pt x="28155" y="43864"/>
                  <a:pt x="33742" y="43864"/>
                </a:cubicBezTo>
                <a:close/>
                <a:moveTo>
                  <a:pt x="67483" y="33742"/>
                </a:moveTo>
                <a:cubicBezTo>
                  <a:pt x="67483" y="47576"/>
                  <a:pt x="59175" y="59470"/>
                  <a:pt x="47238" y="64658"/>
                </a:cubicBezTo>
                <a:lnTo>
                  <a:pt x="47238" y="94477"/>
                </a:lnTo>
                <a:lnTo>
                  <a:pt x="121470" y="94477"/>
                </a:lnTo>
                <a:cubicBezTo>
                  <a:pt x="132647" y="94477"/>
                  <a:pt x="141715" y="85409"/>
                  <a:pt x="141715" y="74232"/>
                </a:cubicBezTo>
                <a:lnTo>
                  <a:pt x="141715" y="64658"/>
                </a:lnTo>
                <a:cubicBezTo>
                  <a:pt x="129779" y="59470"/>
                  <a:pt x="121470" y="47576"/>
                  <a:pt x="121470" y="33742"/>
                </a:cubicBezTo>
                <a:cubicBezTo>
                  <a:pt x="121470" y="15099"/>
                  <a:pt x="136570" y="0"/>
                  <a:pt x="155212" y="0"/>
                </a:cubicBezTo>
                <a:cubicBezTo>
                  <a:pt x="173854" y="0"/>
                  <a:pt x="188954" y="15099"/>
                  <a:pt x="188954" y="33742"/>
                </a:cubicBezTo>
                <a:cubicBezTo>
                  <a:pt x="188954" y="47576"/>
                  <a:pt x="180645" y="59470"/>
                  <a:pt x="168708" y="64658"/>
                </a:cubicBezTo>
                <a:lnTo>
                  <a:pt x="168708" y="74232"/>
                </a:lnTo>
                <a:cubicBezTo>
                  <a:pt x="168708" y="100339"/>
                  <a:pt x="147578" y="121470"/>
                  <a:pt x="121470" y="121470"/>
                </a:cubicBezTo>
                <a:lnTo>
                  <a:pt x="47238" y="121470"/>
                </a:lnTo>
                <a:lnTo>
                  <a:pt x="47238" y="151289"/>
                </a:lnTo>
                <a:cubicBezTo>
                  <a:pt x="59175" y="156477"/>
                  <a:pt x="67483" y="168371"/>
                  <a:pt x="67483" y="182205"/>
                </a:cubicBezTo>
                <a:cubicBezTo>
                  <a:pt x="67483" y="200847"/>
                  <a:pt x="52384" y="215947"/>
                  <a:pt x="33742" y="215947"/>
                </a:cubicBezTo>
                <a:cubicBezTo>
                  <a:pt x="15099" y="215947"/>
                  <a:pt x="0" y="200847"/>
                  <a:pt x="0" y="182205"/>
                </a:cubicBezTo>
                <a:cubicBezTo>
                  <a:pt x="0" y="168371"/>
                  <a:pt x="8309" y="156477"/>
                  <a:pt x="20245" y="151289"/>
                </a:cubicBezTo>
                <a:lnTo>
                  <a:pt x="20245" y="64700"/>
                </a:lnTo>
                <a:cubicBezTo>
                  <a:pt x="8309" y="59470"/>
                  <a:pt x="0" y="47576"/>
                  <a:pt x="0" y="33742"/>
                </a:cubicBezTo>
                <a:cubicBezTo>
                  <a:pt x="0" y="15099"/>
                  <a:pt x="15099" y="0"/>
                  <a:pt x="33742" y="0"/>
                </a:cubicBezTo>
                <a:cubicBezTo>
                  <a:pt x="52384" y="0"/>
                  <a:pt x="67483" y="15099"/>
                  <a:pt x="67483" y="33742"/>
                </a:cubicBezTo>
                <a:close/>
                <a:moveTo>
                  <a:pt x="165334" y="33742"/>
                </a:moveTo>
                <a:cubicBezTo>
                  <a:pt x="165334" y="28155"/>
                  <a:pt x="160799" y="23619"/>
                  <a:pt x="155212" y="23619"/>
                </a:cubicBezTo>
                <a:cubicBezTo>
                  <a:pt x="149625" y="23619"/>
                  <a:pt x="145089" y="28155"/>
                  <a:pt x="145089" y="33742"/>
                </a:cubicBezTo>
                <a:cubicBezTo>
                  <a:pt x="145089" y="39328"/>
                  <a:pt x="149625" y="43864"/>
                  <a:pt x="155212" y="43864"/>
                </a:cubicBezTo>
                <a:cubicBezTo>
                  <a:pt x="160799" y="43864"/>
                  <a:pt x="165334" y="39328"/>
                  <a:pt x="165334" y="33742"/>
                </a:cubicBezTo>
                <a:close/>
                <a:moveTo>
                  <a:pt x="33742" y="192328"/>
                </a:moveTo>
                <a:cubicBezTo>
                  <a:pt x="39328" y="192328"/>
                  <a:pt x="43864" y="187792"/>
                  <a:pt x="43864" y="182205"/>
                </a:cubicBezTo>
                <a:cubicBezTo>
                  <a:pt x="43864" y="176618"/>
                  <a:pt x="39328" y="172083"/>
                  <a:pt x="33742" y="172083"/>
                </a:cubicBezTo>
                <a:cubicBezTo>
                  <a:pt x="28155" y="172083"/>
                  <a:pt x="23619" y="176618"/>
                  <a:pt x="23619" y="182205"/>
                </a:cubicBezTo>
                <a:cubicBezTo>
                  <a:pt x="23619" y="187792"/>
                  <a:pt x="28155" y="192328"/>
                  <a:pt x="33742" y="1923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547" y="6204988"/>
            <a:ext cx="152962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8045" y="6420935"/>
            <a:ext cx="1520626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Datasets &amp; modèles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39762" y="5809086"/>
            <a:ext cx="1682586" cy="863787"/>
          </a:xfrm>
          <a:custGeom>
            <a:avLst/>
            <a:gdLst/>
            <a:ahLst/>
            <a:cxnLst/>
            <a:rect l="l" t="t" r="r" b="b"/>
            <a:pathLst>
              <a:path w="1682586" h="863787">
                <a:moveTo>
                  <a:pt x="71979" y="0"/>
                </a:moveTo>
                <a:lnTo>
                  <a:pt x="1610607" y="0"/>
                </a:lnTo>
                <a:cubicBezTo>
                  <a:pt x="1650360" y="0"/>
                  <a:pt x="1682586" y="32226"/>
                  <a:pt x="1682586" y="71979"/>
                </a:cubicBezTo>
                <a:lnTo>
                  <a:pt x="1682586" y="791808"/>
                </a:lnTo>
                <a:cubicBezTo>
                  <a:pt x="1682586" y="831561"/>
                  <a:pt x="1650360" y="863787"/>
                  <a:pt x="1610607" y="863787"/>
                </a:cubicBezTo>
                <a:lnTo>
                  <a:pt x="71979" y="863787"/>
                </a:lnTo>
                <a:cubicBezTo>
                  <a:pt x="32226" y="863787"/>
                  <a:pt x="0" y="831561"/>
                  <a:pt x="0" y="791808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01087" y="5917059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0" y="26993"/>
                </a:moveTo>
                <a:cubicBezTo>
                  <a:pt x="0" y="12105"/>
                  <a:pt x="12105" y="0"/>
                  <a:pt x="26993" y="0"/>
                </a:cubicBezTo>
                <a:lnTo>
                  <a:pt x="90048" y="0"/>
                </a:lnTo>
                <a:cubicBezTo>
                  <a:pt x="97218" y="0"/>
                  <a:pt x="104093" y="2826"/>
                  <a:pt x="109154" y="7887"/>
                </a:cubicBezTo>
                <a:lnTo>
                  <a:pt x="154073" y="52848"/>
                </a:lnTo>
                <a:cubicBezTo>
                  <a:pt x="159134" y="57909"/>
                  <a:pt x="161960" y="64784"/>
                  <a:pt x="161960" y="71954"/>
                </a:cubicBezTo>
                <a:lnTo>
                  <a:pt x="161960" y="188954"/>
                </a:lnTo>
                <a:cubicBezTo>
                  <a:pt x="161960" y="203842"/>
                  <a:pt x="149855" y="215947"/>
                  <a:pt x="134967" y="215947"/>
                </a:cubicBezTo>
                <a:lnTo>
                  <a:pt x="26993" y="215947"/>
                </a:lnTo>
                <a:cubicBezTo>
                  <a:pt x="12105" y="215947"/>
                  <a:pt x="0" y="203842"/>
                  <a:pt x="0" y="188954"/>
                </a:cubicBezTo>
                <a:lnTo>
                  <a:pt x="0" y="26993"/>
                </a:lnTo>
                <a:close/>
                <a:moveTo>
                  <a:pt x="87728" y="24674"/>
                </a:moveTo>
                <a:lnTo>
                  <a:pt x="87728" y="64109"/>
                </a:lnTo>
                <a:cubicBezTo>
                  <a:pt x="87728" y="69719"/>
                  <a:pt x="92241" y="74232"/>
                  <a:pt x="97851" y="74232"/>
                </a:cubicBezTo>
                <a:lnTo>
                  <a:pt x="137287" y="74232"/>
                </a:lnTo>
                <a:lnTo>
                  <a:pt x="87728" y="24674"/>
                </a:lnTo>
                <a:close/>
                <a:moveTo>
                  <a:pt x="50613" y="107973"/>
                </a:moveTo>
                <a:cubicBezTo>
                  <a:pt x="45003" y="107973"/>
                  <a:pt x="40490" y="112486"/>
                  <a:pt x="40490" y="118096"/>
                </a:cubicBezTo>
                <a:cubicBezTo>
                  <a:pt x="40490" y="123705"/>
                  <a:pt x="45003" y="128218"/>
                  <a:pt x="50613" y="128218"/>
                </a:cubicBezTo>
                <a:lnTo>
                  <a:pt x="111348" y="128218"/>
                </a:lnTo>
                <a:cubicBezTo>
                  <a:pt x="116957" y="128218"/>
                  <a:pt x="121470" y="123705"/>
                  <a:pt x="121470" y="118096"/>
                </a:cubicBezTo>
                <a:cubicBezTo>
                  <a:pt x="121470" y="112486"/>
                  <a:pt x="116957" y="107973"/>
                  <a:pt x="111348" y="107973"/>
                </a:cubicBezTo>
                <a:lnTo>
                  <a:pt x="50613" y="107973"/>
                </a:lnTo>
                <a:close/>
                <a:moveTo>
                  <a:pt x="50613" y="148463"/>
                </a:moveTo>
                <a:cubicBezTo>
                  <a:pt x="45003" y="148463"/>
                  <a:pt x="40490" y="152976"/>
                  <a:pt x="40490" y="158586"/>
                </a:cubicBezTo>
                <a:cubicBezTo>
                  <a:pt x="40490" y="164196"/>
                  <a:pt x="45003" y="168708"/>
                  <a:pt x="50613" y="168708"/>
                </a:cubicBezTo>
                <a:lnTo>
                  <a:pt x="111348" y="168708"/>
                </a:lnTo>
                <a:cubicBezTo>
                  <a:pt x="116957" y="168708"/>
                  <a:pt x="121470" y="164196"/>
                  <a:pt x="121470" y="158586"/>
                </a:cubicBezTo>
                <a:cubicBezTo>
                  <a:pt x="121470" y="152976"/>
                  <a:pt x="116957" y="148463"/>
                  <a:pt x="111348" y="148463"/>
                </a:cubicBezTo>
                <a:lnTo>
                  <a:pt x="50613" y="148463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2416243" y="6204988"/>
            <a:ext cx="152962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20742" y="6420935"/>
            <a:ext cx="1520626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Exécution détaillée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32458" y="5809086"/>
            <a:ext cx="1682586" cy="863787"/>
          </a:xfrm>
          <a:custGeom>
            <a:avLst/>
            <a:gdLst/>
            <a:ahLst/>
            <a:cxnLst/>
            <a:rect l="l" t="t" r="r" b="b"/>
            <a:pathLst>
              <a:path w="1682586" h="863787">
                <a:moveTo>
                  <a:pt x="71979" y="0"/>
                </a:moveTo>
                <a:lnTo>
                  <a:pt x="1610607" y="0"/>
                </a:lnTo>
                <a:cubicBezTo>
                  <a:pt x="1650360" y="0"/>
                  <a:pt x="1682586" y="32226"/>
                  <a:pt x="1682586" y="71979"/>
                </a:cubicBezTo>
                <a:lnTo>
                  <a:pt x="1682586" y="791808"/>
                </a:lnTo>
                <a:cubicBezTo>
                  <a:pt x="1682586" y="831561"/>
                  <a:pt x="1650360" y="863787"/>
                  <a:pt x="1610607" y="863787"/>
                </a:cubicBezTo>
                <a:lnTo>
                  <a:pt x="71979" y="863787"/>
                </a:lnTo>
                <a:cubicBezTo>
                  <a:pt x="32226" y="863787"/>
                  <a:pt x="0" y="831561"/>
                  <a:pt x="0" y="791808"/>
                </a:cubicBezTo>
                <a:lnTo>
                  <a:pt x="0" y="71979"/>
                </a:lnTo>
                <a:cubicBezTo>
                  <a:pt x="0" y="32253"/>
                  <a:pt x="32253" y="0"/>
                  <a:pt x="7197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66790" y="5917059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107973" y="215947"/>
                </a:moveTo>
                <a:cubicBezTo>
                  <a:pt x="167566" y="215947"/>
                  <a:pt x="215947" y="167566"/>
                  <a:pt x="215947" y="107973"/>
                </a:cubicBezTo>
                <a:cubicBezTo>
                  <a:pt x="215947" y="48381"/>
                  <a:pt x="167566" y="0"/>
                  <a:pt x="107973" y="0"/>
                </a:cubicBezTo>
                <a:cubicBezTo>
                  <a:pt x="48381" y="0"/>
                  <a:pt x="0" y="48381"/>
                  <a:pt x="0" y="107973"/>
                </a:cubicBezTo>
                <a:cubicBezTo>
                  <a:pt x="0" y="167566"/>
                  <a:pt x="48381" y="215947"/>
                  <a:pt x="107973" y="215947"/>
                </a:cubicBezTo>
                <a:close/>
                <a:moveTo>
                  <a:pt x="107973" y="57361"/>
                </a:moveTo>
                <a:cubicBezTo>
                  <a:pt x="113583" y="57361"/>
                  <a:pt x="118096" y="61874"/>
                  <a:pt x="118096" y="67483"/>
                </a:cubicBezTo>
                <a:lnTo>
                  <a:pt x="118096" y="114722"/>
                </a:lnTo>
                <a:cubicBezTo>
                  <a:pt x="118096" y="120331"/>
                  <a:pt x="113583" y="124844"/>
                  <a:pt x="107973" y="124844"/>
                </a:cubicBezTo>
                <a:cubicBezTo>
                  <a:pt x="102364" y="124844"/>
                  <a:pt x="97851" y="120331"/>
                  <a:pt x="97851" y="114722"/>
                </a:cubicBezTo>
                <a:lnTo>
                  <a:pt x="97851" y="67483"/>
                </a:lnTo>
                <a:cubicBezTo>
                  <a:pt x="97851" y="61874"/>
                  <a:pt x="102364" y="57361"/>
                  <a:pt x="107973" y="57361"/>
                </a:cubicBezTo>
                <a:close/>
                <a:moveTo>
                  <a:pt x="96712" y="148463"/>
                </a:moveTo>
                <a:cubicBezTo>
                  <a:pt x="96456" y="144283"/>
                  <a:pt x="98541" y="140306"/>
                  <a:pt x="102124" y="138139"/>
                </a:cubicBezTo>
                <a:cubicBezTo>
                  <a:pt x="105707" y="135971"/>
                  <a:pt x="110197" y="135971"/>
                  <a:pt x="113781" y="138139"/>
                </a:cubicBezTo>
                <a:cubicBezTo>
                  <a:pt x="117364" y="140306"/>
                  <a:pt x="119449" y="144283"/>
                  <a:pt x="119193" y="148463"/>
                </a:cubicBezTo>
                <a:cubicBezTo>
                  <a:pt x="119449" y="152644"/>
                  <a:pt x="117364" y="156620"/>
                  <a:pt x="113781" y="158788"/>
                </a:cubicBezTo>
                <a:cubicBezTo>
                  <a:pt x="110197" y="160955"/>
                  <a:pt x="105707" y="160955"/>
                  <a:pt x="102124" y="158788"/>
                </a:cubicBezTo>
                <a:cubicBezTo>
                  <a:pt x="98541" y="156620"/>
                  <a:pt x="96456" y="152644"/>
                  <a:pt x="96712" y="148463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208939" y="6204988"/>
            <a:ext cx="152962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Erreurs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13438" y="6420935"/>
            <a:ext cx="1520626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Récupération graceful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8002" y="1155316"/>
            <a:ext cx="5639812" cy="3102437"/>
          </a:xfrm>
          <a:custGeom>
            <a:avLst/>
            <a:gdLst/>
            <a:ahLst/>
            <a:cxnLst/>
            <a:rect l="l" t="t" r="r" b="b"/>
            <a:pathLst>
              <a:path w="5639812" h="3102437">
                <a:moveTo>
                  <a:pt x="107965" y="0"/>
                </a:moveTo>
                <a:lnTo>
                  <a:pt x="5531847" y="0"/>
                </a:lnTo>
                <a:cubicBezTo>
                  <a:pt x="5591475" y="0"/>
                  <a:pt x="5639812" y="48337"/>
                  <a:pt x="5639812" y="107965"/>
                </a:cubicBezTo>
                <a:lnTo>
                  <a:pt x="5639812" y="2994472"/>
                </a:lnTo>
                <a:cubicBezTo>
                  <a:pt x="5639812" y="3054099"/>
                  <a:pt x="5591475" y="3102437"/>
                  <a:pt x="5531847" y="3102437"/>
                </a:cubicBezTo>
                <a:lnTo>
                  <a:pt x="107965" y="3102437"/>
                </a:lnTo>
                <a:cubicBezTo>
                  <a:pt x="48337" y="3102437"/>
                  <a:pt x="0" y="3054099"/>
                  <a:pt x="0" y="2994472"/>
                </a:cubicBezTo>
                <a:lnTo>
                  <a:pt x="0" y="107965"/>
                </a:lnTo>
                <a:cubicBezTo>
                  <a:pt x="0" y="48377"/>
                  <a:pt x="48377" y="0"/>
                  <a:pt x="10796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71557" y="1338873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71984" y="0"/>
                </a:moveTo>
                <a:lnTo>
                  <a:pt x="359910" y="0"/>
                </a:lnTo>
                <a:cubicBezTo>
                  <a:pt x="399639" y="0"/>
                  <a:pt x="431894" y="32255"/>
                  <a:pt x="431894" y="71984"/>
                </a:cubicBezTo>
                <a:lnTo>
                  <a:pt x="431894" y="359910"/>
                </a:lnTo>
                <a:cubicBezTo>
                  <a:pt x="431894" y="399639"/>
                  <a:pt x="399639" y="431894"/>
                  <a:pt x="359910" y="431894"/>
                </a:cubicBezTo>
                <a:lnTo>
                  <a:pt x="71984" y="431894"/>
                </a:lnTo>
                <a:cubicBezTo>
                  <a:pt x="32255" y="431894"/>
                  <a:pt x="0" y="399639"/>
                  <a:pt x="0" y="359910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97526" y="1464842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71520" y="67483"/>
                </a:moveTo>
                <a:lnTo>
                  <a:pt x="120908" y="67483"/>
                </a:lnTo>
                <a:cubicBezTo>
                  <a:pt x="117498" y="67483"/>
                  <a:pt x="114405" y="65445"/>
                  <a:pt x="113105" y="62282"/>
                </a:cubicBezTo>
                <a:cubicBezTo>
                  <a:pt x="111805" y="59118"/>
                  <a:pt x="112507" y="55498"/>
                  <a:pt x="114933" y="53073"/>
                </a:cubicBezTo>
                <a:lnTo>
                  <a:pt x="131347" y="36659"/>
                </a:lnTo>
                <a:cubicBezTo>
                  <a:pt x="104880" y="16062"/>
                  <a:pt x="66570" y="17925"/>
                  <a:pt x="42247" y="42247"/>
                </a:cubicBezTo>
                <a:cubicBezTo>
                  <a:pt x="15887" y="68608"/>
                  <a:pt x="15887" y="111312"/>
                  <a:pt x="42247" y="137673"/>
                </a:cubicBezTo>
                <a:cubicBezTo>
                  <a:pt x="68608" y="164034"/>
                  <a:pt x="111312" y="164034"/>
                  <a:pt x="137673" y="137673"/>
                </a:cubicBezTo>
                <a:cubicBezTo>
                  <a:pt x="140555" y="134791"/>
                  <a:pt x="143121" y="131733"/>
                  <a:pt x="145370" y="128500"/>
                </a:cubicBezTo>
                <a:cubicBezTo>
                  <a:pt x="148920" y="123403"/>
                  <a:pt x="155950" y="122173"/>
                  <a:pt x="161046" y="125723"/>
                </a:cubicBezTo>
                <a:cubicBezTo>
                  <a:pt x="166143" y="129273"/>
                  <a:pt x="167373" y="136302"/>
                  <a:pt x="163823" y="141399"/>
                </a:cubicBezTo>
                <a:cubicBezTo>
                  <a:pt x="160835" y="145687"/>
                  <a:pt x="157426" y="149764"/>
                  <a:pt x="153595" y="153595"/>
                </a:cubicBezTo>
                <a:cubicBezTo>
                  <a:pt x="118447" y="188743"/>
                  <a:pt x="61473" y="188743"/>
                  <a:pt x="26361" y="153595"/>
                </a:cubicBezTo>
                <a:cubicBezTo>
                  <a:pt x="-8752" y="118447"/>
                  <a:pt x="-8787" y="61508"/>
                  <a:pt x="26361" y="26361"/>
                </a:cubicBezTo>
                <a:cubicBezTo>
                  <a:pt x="59505" y="-6783"/>
                  <a:pt x="112015" y="-8646"/>
                  <a:pt x="147374" y="20667"/>
                </a:cubicBezTo>
                <a:lnTo>
                  <a:pt x="165545" y="2460"/>
                </a:lnTo>
                <a:cubicBezTo>
                  <a:pt x="167970" y="35"/>
                  <a:pt x="171591" y="-668"/>
                  <a:pt x="174754" y="633"/>
                </a:cubicBezTo>
                <a:cubicBezTo>
                  <a:pt x="177917" y="1933"/>
                  <a:pt x="179956" y="5026"/>
                  <a:pt x="179956" y="8435"/>
                </a:cubicBezTo>
                <a:lnTo>
                  <a:pt x="179956" y="59048"/>
                </a:lnTo>
                <a:cubicBezTo>
                  <a:pt x="179956" y="63723"/>
                  <a:pt x="176195" y="67483"/>
                  <a:pt x="171520" y="6748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911424" y="1410855"/>
            <a:ext cx="1628599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Reproductibilité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1557" y="1914731"/>
            <a:ext cx="5272703" cy="647841"/>
          </a:xfrm>
          <a:custGeom>
            <a:avLst/>
            <a:gdLst/>
            <a:ahLst/>
            <a:cxnLst/>
            <a:rect l="l" t="t" r="r" b="b"/>
            <a:pathLst>
              <a:path w="5272703" h="647841">
                <a:moveTo>
                  <a:pt x="71982" y="0"/>
                </a:moveTo>
                <a:lnTo>
                  <a:pt x="5200721" y="0"/>
                </a:lnTo>
                <a:cubicBezTo>
                  <a:pt x="5240475" y="0"/>
                  <a:pt x="5272703" y="32227"/>
                  <a:pt x="5272703" y="71982"/>
                </a:cubicBezTo>
                <a:lnTo>
                  <a:pt x="5272703" y="575859"/>
                </a:lnTo>
                <a:cubicBezTo>
                  <a:pt x="5272703" y="615613"/>
                  <a:pt x="5240475" y="647841"/>
                  <a:pt x="5200721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79531" y="2022705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143965" y="0"/>
                </a:moveTo>
                <a:lnTo>
                  <a:pt x="143965" y="0"/>
                </a:lnTo>
                <a:cubicBezTo>
                  <a:pt x="223421" y="0"/>
                  <a:pt x="287929" y="64508"/>
                  <a:pt x="287929" y="143965"/>
                </a:cubicBezTo>
                <a:lnTo>
                  <a:pt x="287929" y="143965"/>
                </a:lnTo>
                <a:cubicBezTo>
                  <a:pt x="287929" y="223421"/>
                  <a:pt x="223421" y="287929"/>
                  <a:pt x="143965" y="287929"/>
                </a:cubicBezTo>
                <a:lnTo>
                  <a:pt x="143965" y="287929"/>
                </a:lnTo>
                <a:cubicBezTo>
                  <a:pt x="64508" y="287929"/>
                  <a:pt x="0" y="223421"/>
                  <a:pt x="0" y="143965"/>
                </a:cubicBezTo>
                <a:lnTo>
                  <a:pt x="0" y="143965"/>
                </a:lnTo>
                <a:cubicBezTo>
                  <a:pt x="0" y="64508"/>
                  <a:pt x="64508" y="0"/>
                  <a:pt x="14396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48038" y="2022705"/>
            <a:ext cx="35091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75433" y="2022705"/>
            <a:ext cx="199750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Scripts Structurés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75433" y="2274643"/>
            <a:ext cx="1988511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modulaire et bien documenté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1557" y="2670546"/>
            <a:ext cx="5272703" cy="647841"/>
          </a:xfrm>
          <a:custGeom>
            <a:avLst/>
            <a:gdLst/>
            <a:ahLst/>
            <a:cxnLst/>
            <a:rect l="l" t="t" r="r" b="b"/>
            <a:pathLst>
              <a:path w="5272703" h="647841">
                <a:moveTo>
                  <a:pt x="71982" y="0"/>
                </a:moveTo>
                <a:lnTo>
                  <a:pt x="5200721" y="0"/>
                </a:lnTo>
                <a:cubicBezTo>
                  <a:pt x="5240475" y="0"/>
                  <a:pt x="5272703" y="32227"/>
                  <a:pt x="5272703" y="71982"/>
                </a:cubicBezTo>
                <a:lnTo>
                  <a:pt x="5272703" y="575859"/>
                </a:lnTo>
                <a:cubicBezTo>
                  <a:pt x="5272703" y="615613"/>
                  <a:pt x="5240475" y="647841"/>
                  <a:pt x="5200721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9531" y="2778519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143965" y="0"/>
                </a:moveTo>
                <a:lnTo>
                  <a:pt x="143965" y="0"/>
                </a:lnTo>
                <a:cubicBezTo>
                  <a:pt x="223421" y="0"/>
                  <a:pt x="287929" y="64508"/>
                  <a:pt x="287929" y="143965"/>
                </a:cubicBezTo>
                <a:lnTo>
                  <a:pt x="287929" y="143965"/>
                </a:lnTo>
                <a:cubicBezTo>
                  <a:pt x="287929" y="223421"/>
                  <a:pt x="223421" y="287929"/>
                  <a:pt x="143965" y="287929"/>
                </a:cubicBezTo>
                <a:lnTo>
                  <a:pt x="143965" y="287929"/>
                </a:lnTo>
                <a:cubicBezTo>
                  <a:pt x="64508" y="287929"/>
                  <a:pt x="0" y="223421"/>
                  <a:pt x="0" y="143965"/>
                </a:cubicBezTo>
                <a:lnTo>
                  <a:pt x="0" y="143965"/>
                </a:lnTo>
                <a:cubicBezTo>
                  <a:pt x="0" y="64508"/>
                  <a:pt x="64508" y="0"/>
                  <a:pt x="14396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48038" y="2778519"/>
            <a:ext cx="35091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75433" y="2778519"/>
            <a:ext cx="269033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Environnement Contrôlé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5433" y="3030457"/>
            <a:ext cx="268134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ou venv pour isolation des dépendances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71557" y="3426360"/>
            <a:ext cx="5272703" cy="647841"/>
          </a:xfrm>
          <a:custGeom>
            <a:avLst/>
            <a:gdLst/>
            <a:ahLst/>
            <a:cxnLst/>
            <a:rect l="l" t="t" r="r" b="b"/>
            <a:pathLst>
              <a:path w="5272703" h="647841">
                <a:moveTo>
                  <a:pt x="71982" y="0"/>
                </a:moveTo>
                <a:lnTo>
                  <a:pt x="5200721" y="0"/>
                </a:lnTo>
                <a:cubicBezTo>
                  <a:pt x="5240475" y="0"/>
                  <a:pt x="5272703" y="32227"/>
                  <a:pt x="5272703" y="71982"/>
                </a:cubicBezTo>
                <a:lnTo>
                  <a:pt x="5272703" y="575859"/>
                </a:lnTo>
                <a:cubicBezTo>
                  <a:pt x="5272703" y="615613"/>
                  <a:pt x="5240475" y="647841"/>
                  <a:pt x="5200721" y="647841"/>
                </a:cubicBezTo>
                <a:lnTo>
                  <a:pt x="71982" y="647841"/>
                </a:lnTo>
                <a:cubicBezTo>
                  <a:pt x="32254" y="647841"/>
                  <a:pt x="0" y="615587"/>
                  <a:pt x="0" y="575859"/>
                </a:cubicBezTo>
                <a:lnTo>
                  <a:pt x="0" y="71982"/>
                </a:lnTo>
                <a:cubicBezTo>
                  <a:pt x="0" y="32254"/>
                  <a:pt x="32254" y="0"/>
                  <a:pt x="7198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9531" y="3534333"/>
            <a:ext cx="287929" cy="287929"/>
          </a:xfrm>
          <a:custGeom>
            <a:avLst/>
            <a:gdLst/>
            <a:ahLst/>
            <a:cxnLst/>
            <a:rect l="l" t="t" r="r" b="b"/>
            <a:pathLst>
              <a:path w="287929" h="287929">
                <a:moveTo>
                  <a:pt x="143965" y="0"/>
                </a:moveTo>
                <a:lnTo>
                  <a:pt x="143965" y="0"/>
                </a:lnTo>
                <a:cubicBezTo>
                  <a:pt x="223421" y="0"/>
                  <a:pt x="287929" y="64508"/>
                  <a:pt x="287929" y="143965"/>
                </a:cubicBezTo>
                <a:lnTo>
                  <a:pt x="287929" y="143965"/>
                </a:lnTo>
                <a:cubicBezTo>
                  <a:pt x="287929" y="223421"/>
                  <a:pt x="223421" y="287929"/>
                  <a:pt x="143965" y="287929"/>
                </a:cubicBezTo>
                <a:lnTo>
                  <a:pt x="143965" y="287929"/>
                </a:lnTo>
                <a:cubicBezTo>
                  <a:pt x="64508" y="287929"/>
                  <a:pt x="0" y="223421"/>
                  <a:pt x="0" y="143965"/>
                </a:cubicBezTo>
                <a:lnTo>
                  <a:pt x="0" y="143965"/>
                </a:lnTo>
                <a:cubicBezTo>
                  <a:pt x="0" y="64508"/>
                  <a:pt x="64508" y="0"/>
                  <a:pt x="14396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448038" y="3534333"/>
            <a:ext cx="350914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75433" y="3534333"/>
            <a:ext cx="235742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Processus ETL Documenté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75433" y="3786271"/>
            <a:ext cx="234842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Documentation complète du pipeline data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88002" y="4408916"/>
            <a:ext cx="5639812" cy="2445598"/>
          </a:xfrm>
          <a:custGeom>
            <a:avLst/>
            <a:gdLst/>
            <a:ahLst/>
            <a:cxnLst/>
            <a:rect l="l" t="t" r="r" b="b"/>
            <a:pathLst>
              <a:path w="5639812" h="2445598">
                <a:moveTo>
                  <a:pt x="107973" y="0"/>
                </a:moveTo>
                <a:lnTo>
                  <a:pt x="5531839" y="0"/>
                </a:lnTo>
                <a:cubicBezTo>
                  <a:pt x="5591471" y="0"/>
                  <a:pt x="5639812" y="48341"/>
                  <a:pt x="5639812" y="107973"/>
                </a:cubicBezTo>
                <a:lnTo>
                  <a:pt x="5639812" y="2337625"/>
                </a:lnTo>
                <a:cubicBezTo>
                  <a:pt x="5639812" y="2397257"/>
                  <a:pt x="5591471" y="2445598"/>
                  <a:pt x="5531839" y="2445598"/>
                </a:cubicBezTo>
                <a:lnTo>
                  <a:pt x="107973" y="2445598"/>
                </a:lnTo>
                <a:cubicBezTo>
                  <a:pt x="48341" y="2445598"/>
                  <a:pt x="0" y="2397257"/>
                  <a:pt x="0" y="2337625"/>
                </a:cubicBezTo>
                <a:lnTo>
                  <a:pt x="0" y="107973"/>
                </a:lnTo>
                <a:cubicBezTo>
                  <a:pt x="0" y="48341"/>
                  <a:pt x="48341" y="0"/>
                  <a:pt x="107973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71557" y="4592469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71984" y="0"/>
                </a:moveTo>
                <a:lnTo>
                  <a:pt x="359910" y="0"/>
                </a:lnTo>
                <a:cubicBezTo>
                  <a:pt x="399639" y="0"/>
                  <a:pt x="431894" y="32255"/>
                  <a:pt x="431894" y="71984"/>
                </a:cubicBezTo>
                <a:lnTo>
                  <a:pt x="431894" y="359910"/>
                </a:lnTo>
                <a:cubicBezTo>
                  <a:pt x="431894" y="399639"/>
                  <a:pt x="399639" y="431894"/>
                  <a:pt x="359910" y="431894"/>
                </a:cubicBezTo>
                <a:lnTo>
                  <a:pt x="71984" y="431894"/>
                </a:lnTo>
                <a:cubicBezTo>
                  <a:pt x="32255" y="431894"/>
                  <a:pt x="0" y="399639"/>
                  <a:pt x="0" y="359910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20021" y="4718438"/>
            <a:ext cx="134967" cy="179956"/>
          </a:xfrm>
          <a:custGeom>
            <a:avLst/>
            <a:gdLst/>
            <a:ahLst/>
            <a:cxnLst/>
            <a:rect l="l" t="t" r="r" b="b"/>
            <a:pathLst>
              <a:path w="134967" h="179956">
                <a:moveTo>
                  <a:pt x="44989" y="33742"/>
                </a:moveTo>
                <a:lnTo>
                  <a:pt x="44989" y="56236"/>
                </a:lnTo>
                <a:lnTo>
                  <a:pt x="89978" y="56236"/>
                </a:lnTo>
                <a:lnTo>
                  <a:pt x="89978" y="33742"/>
                </a:lnTo>
                <a:cubicBezTo>
                  <a:pt x="89978" y="21335"/>
                  <a:pt x="79890" y="11247"/>
                  <a:pt x="67483" y="11247"/>
                </a:cubicBezTo>
                <a:cubicBezTo>
                  <a:pt x="55076" y="11247"/>
                  <a:pt x="44989" y="21335"/>
                  <a:pt x="44989" y="33742"/>
                </a:cubicBezTo>
                <a:close/>
                <a:moveTo>
                  <a:pt x="22494" y="56236"/>
                </a:moveTo>
                <a:lnTo>
                  <a:pt x="22494" y="33742"/>
                </a:lnTo>
                <a:cubicBezTo>
                  <a:pt x="22494" y="8892"/>
                  <a:pt x="42634" y="-11247"/>
                  <a:pt x="67483" y="-11247"/>
                </a:cubicBezTo>
                <a:cubicBezTo>
                  <a:pt x="92333" y="-11247"/>
                  <a:pt x="112472" y="8892"/>
                  <a:pt x="112472" y="33742"/>
                </a:cubicBezTo>
                <a:lnTo>
                  <a:pt x="112472" y="56236"/>
                </a:lnTo>
                <a:cubicBezTo>
                  <a:pt x="124879" y="56236"/>
                  <a:pt x="134967" y="66324"/>
                  <a:pt x="134967" y="78731"/>
                </a:cubicBezTo>
                <a:lnTo>
                  <a:pt x="134967" y="157461"/>
                </a:lnTo>
                <a:cubicBezTo>
                  <a:pt x="134967" y="169868"/>
                  <a:pt x="124879" y="179956"/>
                  <a:pt x="112472" y="179956"/>
                </a:cubicBezTo>
                <a:lnTo>
                  <a:pt x="22494" y="179956"/>
                </a:lnTo>
                <a:cubicBezTo>
                  <a:pt x="10087" y="179956"/>
                  <a:pt x="0" y="169868"/>
                  <a:pt x="0" y="157461"/>
                </a:cubicBezTo>
                <a:lnTo>
                  <a:pt x="0" y="78731"/>
                </a:lnTo>
                <a:cubicBezTo>
                  <a:pt x="0" y="66324"/>
                  <a:pt x="10087" y="56236"/>
                  <a:pt x="22494" y="5623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9" name="Text 57"/>
          <p:cNvSpPr/>
          <p:nvPr/>
        </p:nvSpPr>
        <p:spPr>
          <a:xfrm>
            <a:off x="6911424" y="4664451"/>
            <a:ext cx="899779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75156" y="5171927"/>
            <a:ext cx="5261905" cy="691030"/>
          </a:xfrm>
          <a:custGeom>
            <a:avLst/>
            <a:gdLst/>
            <a:ahLst/>
            <a:cxnLst/>
            <a:rect l="l" t="t" r="r" b="b"/>
            <a:pathLst>
              <a:path w="5261905" h="691030">
                <a:moveTo>
                  <a:pt x="71985" y="0"/>
                </a:moveTo>
                <a:lnTo>
                  <a:pt x="5189921" y="0"/>
                </a:lnTo>
                <a:cubicBezTo>
                  <a:pt x="5229677" y="0"/>
                  <a:pt x="5261905" y="32229"/>
                  <a:pt x="5261905" y="71985"/>
                </a:cubicBezTo>
                <a:lnTo>
                  <a:pt x="5261905" y="619045"/>
                </a:lnTo>
                <a:cubicBezTo>
                  <a:pt x="5261905" y="658801"/>
                  <a:pt x="5229677" y="691030"/>
                  <a:pt x="5189921" y="691030"/>
                </a:cubicBezTo>
                <a:lnTo>
                  <a:pt x="71985" y="691030"/>
                </a:lnTo>
                <a:cubicBezTo>
                  <a:pt x="32229" y="691030"/>
                  <a:pt x="0" y="658801"/>
                  <a:pt x="0" y="619045"/>
                </a:cubicBezTo>
                <a:lnTo>
                  <a:pt x="0" y="71985"/>
                </a:lnTo>
                <a:cubicBezTo>
                  <a:pt x="0" y="32255"/>
                  <a:pt x="32255" y="0"/>
                  <a:pt x="71985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22720" y="5319493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0" y="17996"/>
                </a:moveTo>
                <a:cubicBezTo>
                  <a:pt x="0" y="8070"/>
                  <a:pt x="8070" y="0"/>
                  <a:pt x="17996" y="0"/>
                </a:cubicBezTo>
                <a:lnTo>
                  <a:pt x="60032" y="0"/>
                </a:lnTo>
                <a:cubicBezTo>
                  <a:pt x="64812" y="0"/>
                  <a:pt x="69395" y="1884"/>
                  <a:pt x="72770" y="5258"/>
                </a:cubicBezTo>
                <a:lnTo>
                  <a:pt x="102715" y="35232"/>
                </a:lnTo>
                <a:cubicBezTo>
                  <a:pt x="106090" y="38606"/>
                  <a:pt x="107973" y="43189"/>
                  <a:pt x="107973" y="47969"/>
                </a:cubicBezTo>
                <a:lnTo>
                  <a:pt x="107973" y="125969"/>
                </a:lnTo>
                <a:cubicBezTo>
                  <a:pt x="107973" y="135895"/>
                  <a:pt x="99904" y="143965"/>
                  <a:pt x="89978" y="143965"/>
                </a:cubicBezTo>
                <a:lnTo>
                  <a:pt x="17996" y="143965"/>
                </a:lnTo>
                <a:cubicBezTo>
                  <a:pt x="8070" y="143965"/>
                  <a:pt x="0" y="135895"/>
                  <a:pt x="0" y="125969"/>
                </a:cubicBezTo>
                <a:lnTo>
                  <a:pt x="0" y="17996"/>
                </a:lnTo>
                <a:close/>
                <a:moveTo>
                  <a:pt x="58486" y="16449"/>
                </a:moveTo>
                <a:lnTo>
                  <a:pt x="58486" y="42739"/>
                </a:lnTo>
                <a:cubicBezTo>
                  <a:pt x="58486" y="46479"/>
                  <a:pt x="61494" y="49488"/>
                  <a:pt x="65234" y="49488"/>
                </a:cubicBezTo>
                <a:lnTo>
                  <a:pt x="91524" y="49488"/>
                </a:lnTo>
                <a:lnTo>
                  <a:pt x="58486" y="16449"/>
                </a:lnTo>
                <a:close/>
                <a:moveTo>
                  <a:pt x="24744" y="17996"/>
                </a:moveTo>
                <a:cubicBezTo>
                  <a:pt x="21004" y="17996"/>
                  <a:pt x="17996" y="21004"/>
                  <a:pt x="17996" y="24744"/>
                </a:cubicBezTo>
                <a:cubicBezTo>
                  <a:pt x="17996" y="28484"/>
                  <a:pt x="21004" y="31492"/>
                  <a:pt x="24744" y="31492"/>
                </a:cubicBezTo>
                <a:lnTo>
                  <a:pt x="38241" y="31492"/>
                </a:lnTo>
                <a:cubicBezTo>
                  <a:pt x="41980" y="31492"/>
                  <a:pt x="44989" y="28484"/>
                  <a:pt x="44989" y="24744"/>
                </a:cubicBezTo>
                <a:cubicBezTo>
                  <a:pt x="44989" y="21004"/>
                  <a:pt x="41980" y="17996"/>
                  <a:pt x="38241" y="17996"/>
                </a:cubicBezTo>
                <a:lnTo>
                  <a:pt x="24744" y="17996"/>
                </a:lnTo>
                <a:close/>
                <a:moveTo>
                  <a:pt x="24744" y="44989"/>
                </a:moveTo>
                <a:cubicBezTo>
                  <a:pt x="21004" y="44989"/>
                  <a:pt x="17996" y="47998"/>
                  <a:pt x="17996" y="51737"/>
                </a:cubicBezTo>
                <a:cubicBezTo>
                  <a:pt x="17996" y="55477"/>
                  <a:pt x="21004" y="58486"/>
                  <a:pt x="24744" y="58486"/>
                </a:cubicBezTo>
                <a:lnTo>
                  <a:pt x="38241" y="58486"/>
                </a:lnTo>
                <a:cubicBezTo>
                  <a:pt x="41980" y="58486"/>
                  <a:pt x="44989" y="55477"/>
                  <a:pt x="44989" y="51737"/>
                </a:cubicBezTo>
                <a:cubicBezTo>
                  <a:pt x="44989" y="47998"/>
                  <a:pt x="41980" y="44989"/>
                  <a:pt x="38241" y="44989"/>
                </a:cubicBezTo>
                <a:lnTo>
                  <a:pt x="24744" y="44989"/>
                </a:lnTo>
                <a:close/>
                <a:moveTo>
                  <a:pt x="44511" y="89978"/>
                </a:moveTo>
                <a:cubicBezTo>
                  <a:pt x="41334" y="89978"/>
                  <a:pt x="38353" y="91412"/>
                  <a:pt x="36385" y="93886"/>
                </a:cubicBezTo>
                <a:lnTo>
                  <a:pt x="19486" y="115003"/>
                </a:lnTo>
                <a:cubicBezTo>
                  <a:pt x="17152" y="117899"/>
                  <a:pt x="17630" y="122173"/>
                  <a:pt x="20526" y="124479"/>
                </a:cubicBezTo>
                <a:cubicBezTo>
                  <a:pt x="23422" y="126784"/>
                  <a:pt x="27696" y="126335"/>
                  <a:pt x="30002" y="123410"/>
                </a:cubicBezTo>
                <a:lnTo>
                  <a:pt x="43246" y="106877"/>
                </a:lnTo>
                <a:lnTo>
                  <a:pt x="47520" y="121133"/>
                </a:lnTo>
                <a:cubicBezTo>
                  <a:pt x="48363" y="124001"/>
                  <a:pt x="51006" y="125941"/>
                  <a:pt x="53987" y="125941"/>
                </a:cubicBezTo>
                <a:lnTo>
                  <a:pt x="83230" y="125941"/>
                </a:lnTo>
                <a:cubicBezTo>
                  <a:pt x="86969" y="125941"/>
                  <a:pt x="89978" y="122932"/>
                  <a:pt x="89978" y="119193"/>
                </a:cubicBezTo>
                <a:cubicBezTo>
                  <a:pt x="89978" y="115453"/>
                  <a:pt x="86969" y="112444"/>
                  <a:pt x="83230" y="112444"/>
                </a:cubicBezTo>
                <a:lnTo>
                  <a:pt x="59020" y="112444"/>
                </a:lnTo>
                <a:lnTo>
                  <a:pt x="54493" y="97373"/>
                </a:lnTo>
                <a:cubicBezTo>
                  <a:pt x="53171" y="92958"/>
                  <a:pt x="49122" y="89950"/>
                  <a:pt x="44511" y="899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2" name="Text 60"/>
          <p:cNvSpPr/>
          <p:nvPr/>
        </p:nvSpPr>
        <p:spPr>
          <a:xfrm>
            <a:off x="6738667" y="5283502"/>
            <a:ext cx="1565615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Respect Conditions API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86729" y="5571431"/>
            <a:ext cx="510174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Conformité aux termes d'utilisation des fournisseurs de données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75156" y="5978129"/>
            <a:ext cx="5261905" cy="691030"/>
          </a:xfrm>
          <a:custGeom>
            <a:avLst/>
            <a:gdLst/>
            <a:ahLst/>
            <a:cxnLst/>
            <a:rect l="l" t="t" r="r" b="b"/>
            <a:pathLst>
              <a:path w="5261905" h="691030">
                <a:moveTo>
                  <a:pt x="71985" y="0"/>
                </a:moveTo>
                <a:lnTo>
                  <a:pt x="5189921" y="0"/>
                </a:lnTo>
                <a:cubicBezTo>
                  <a:pt x="5229677" y="0"/>
                  <a:pt x="5261905" y="32229"/>
                  <a:pt x="5261905" y="71985"/>
                </a:cubicBezTo>
                <a:lnTo>
                  <a:pt x="5261905" y="619045"/>
                </a:lnTo>
                <a:cubicBezTo>
                  <a:pt x="5261905" y="658801"/>
                  <a:pt x="5229677" y="691030"/>
                  <a:pt x="5189921" y="691030"/>
                </a:cubicBezTo>
                <a:lnTo>
                  <a:pt x="71985" y="691030"/>
                </a:lnTo>
                <a:cubicBezTo>
                  <a:pt x="32229" y="691030"/>
                  <a:pt x="0" y="658801"/>
                  <a:pt x="0" y="619045"/>
                </a:cubicBezTo>
                <a:lnTo>
                  <a:pt x="0" y="71985"/>
                </a:lnTo>
                <a:cubicBezTo>
                  <a:pt x="0" y="32255"/>
                  <a:pt x="32255" y="0"/>
                  <a:pt x="71985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04724" y="6125695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94477" y="98976"/>
                </a:moveTo>
                <a:cubicBezTo>
                  <a:pt x="121808" y="98976"/>
                  <a:pt x="143965" y="76819"/>
                  <a:pt x="143965" y="49488"/>
                </a:cubicBezTo>
                <a:cubicBezTo>
                  <a:pt x="143965" y="22157"/>
                  <a:pt x="121808" y="0"/>
                  <a:pt x="94477" y="0"/>
                </a:cubicBezTo>
                <a:cubicBezTo>
                  <a:pt x="67146" y="0"/>
                  <a:pt x="44989" y="22157"/>
                  <a:pt x="44989" y="49488"/>
                </a:cubicBezTo>
                <a:cubicBezTo>
                  <a:pt x="44989" y="54746"/>
                  <a:pt x="45804" y="59835"/>
                  <a:pt x="47323" y="64587"/>
                </a:cubicBezTo>
                <a:lnTo>
                  <a:pt x="1968" y="109942"/>
                </a:lnTo>
                <a:cubicBezTo>
                  <a:pt x="703" y="111207"/>
                  <a:pt x="0" y="112922"/>
                  <a:pt x="0" y="114722"/>
                </a:cubicBezTo>
                <a:lnTo>
                  <a:pt x="0" y="137216"/>
                </a:lnTo>
                <a:cubicBezTo>
                  <a:pt x="0" y="140956"/>
                  <a:pt x="3009" y="143965"/>
                  <a:pt x="6748" y="143965"/>
                </a:cubicBezTo>
                <a:lnTo>
                  <a:pt x="29243" y="143965"/>
                </a:lnTo>
                <a:cubicBezTo>
                  <a:pt x="32983" y="143965"/>
                  <a:pt x="35991" y="140956"/>
                  <a:pt x="35991" y="137216"/>
                </a:cubicBezTo>
                <a:lnTo>
                  <a:pt x="35991" y="125969"/>
                </a:lnTo>
                <a:lnTo>
                  <a:pt x="47238" y="125969"/>
                </a:lnTo>
                <a:cubicBezTo>
                  <a:pt x="50978" y="125969"/>
                  <a:pt x="53987" y="122960"/>
                  <a:pt x="53987" y="119221"/>
                </a:cubicBezTo>
                <a:lnTo>
                  <a:pt x="53987" y="107973"/>
                </a:lnTo>
                <a:lnTo>
                  <a:pt x="65234" y="107973"/>
                </a:lnTo>
                <a:cubicBezTo>
                  <a:pt x="67034" y="107973"/>
                  <a:pt x="68749" y="107270"/>
                  <a:pt x="70014" y="106005"/>
                </a:cubicBezTo>
                <a:lnTo>
                  <a:pt x="79377" y="96642"/>
                </a:lnTo>
                <a:cubicBezTo>
                  <a:pt x="84129" y="98160"/>
                  <a:pt x="89219" y="98976"/>
                  <a:pt x="94477" y="98976"/>
                </a:cubicBezTo>
                <a:close/>
                <a:moveTo>
                  <a:pt x="105724" y="26993"/>
                </a:moveTo>
                <a:cubicBezTo>
                  <a:pt x="111932" y="26993"/>
                  <a:pt x="116971" y="32033"/>
                  <a:pt x="116971" y="38241"/>
                </a:cubicBezTo>
                <a:cubicBezTo>
                  <a:pt x="116971" y="44448"/>
                  <a:pt x="111932" y="49488"/>
                  <a:pt x="105724" y="49488"/>
                </a:cubicBezTo>
                <a:cubicBezTo>
                  <a:pt x="99516" y="49488"/>
                  <a:pt x="94477" y="44448"/>
                  <a:pt x="94477" y="38241"/>
                </a:cubicBezTo>
                <a:cubicBezTo>
                  <a:pt x="94477" y="32033"/>
                  <a:pt x="99516" y="26993"/>
                  <a:pt x="105724" y="26993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6738667" y="6089704"/>
            <a:ext cx="1790559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Sécurisée des Clés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86729" y="6377633"/>
            <a:ext cx="5101745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Stockage chiffré des credentials API (variables d'environnement)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323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3317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Outils de Développement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19175"/>
            <a:ext cx="3760787" cy="2609850"/>
          </a:xfrm>
          <a:custGeom>
            <a:avLst/>
            <a:gdLst/>
            <a:ahLst/>
            <a:cxnLst/>
            <a:rect l="l" t="t" r="r" b="b"/>
            <a:pathLst>
              <a:path w="3760787" h="2609850">
                <a:moveTo>
                  <a:pt x="95260" y="0"/>
                </a:moveTo>
                <a:lnTo>
                  <a:pt x="3665528" y="0"/>
                </a:lnTo>
                <a:cubicBezTo>
                  <a:pt x="3718138" y="0"/>
                  <a:pt x="3760787" y="42649"/>
                  <a:pt x="3760787" y="95260"/>
                </a:cubicBezTo>
                <a:lnTo>
                  <a:pt x="3760787" y="2514590"/>
                </a:lnTo>
                <a:cubicBezTo>
                  <a:pt x="3760787" y="2567201"/>
                  <a:pt x="3718138" y="2609850"/>
                  <a:pt x="3665528" y="2609850"/>
                </a:cubicBezTo>
                <a:lnTo>
                  <a:pt x="95260" y="2609850"/>
                </a:lnTo>
                <a:cubicBezTo>
                  <a:pt x="42649" y="2609850"/>
                  <a:pt x="0" y="2567201"/>
                  <a:pt x="0" y="251459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0850" y="1149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1897" y="126047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9375" y="9922"/>
                </a:moveTo>
                <a:cubicBezTo>
                  <a:pt x="79375" y="4434"/>
                  <a:pt x="74941" y="0"/>
                  <a:pt x="69453" y="0"/>
                </a:cubicBezTo>
                <a:cubicBezTo>
                  <a:pt x="63965" y="0"/>
                  <a:pt x="59531" y="4434"/>
                  <a:pt x="59531" y="9922"/>
                </a:cubicBezTo>
                <a:lnTo>
                  <a:pt x="59531" y="75251"/>
                </a:lnTo>
                <a:lnTo>
                  <a:pt x="46695" y="62415"/>
                </a:lnTo>
                <a:cubicBezTo>
                  <a:pt x="42819" y="58539"/>
                  <a:pt x="36525" y="58539"/>
                  <a:pt x="32649" y="62415"/>
                </a:cubicBezTo>
                <a:cubicBezTo>
                  <a:pt x="28773" y="66291"/>
                  <a:pt x="28773" y="72585"/>
                  <a:pt x="32649" y="76460"/>
                </a:cubicBezTo>
                <a:lnTo>
                  <a:pt x="62415" y="106226"/>
                </a:lnTo>
                <a:cubicBezTo>
                  <a:pt x="66291" y="110102"/>
                  <a:pt x="72585" y="110102"/>
                  <a:pt x="76460" y="106226"/>
                </a:cubicBezTo>
                <a:lnTo>
                  <a:pt x="106226" y="76460"/>
                </a:lnTo>
                <a:cubicBezTo>
                  <a:pt x="110102" y="72585"/>
                  <a:pt x="110102" y="66291"/>
                  <a:pt x="106226" y="62415"/>
                </a:cubicBezTo>
                <a:cubicBezTo>
                  <a:pt x="102350" y="58539"/>
                  <a:pt x="96056" y="58539"/>
                  <a:pt x="92180" y="62415"/>
                </a:cubicBezTo>
                <a:lnTo>
                  <a:pt x="79375" y="75251"/>
                </a:lnTo>
                <a:lnTo>
                  <a:pt x="79375" y="9922"/>
                </a:lnTo>
                <a:close/>
                <a:moveTo>
                  <a:pt x="19844" y="99219"/>
                </a:moveTo>
                <a:cubicBezTo>
                  <a:pt x="8899" y="99219"/>
                  <a:pt x="0" y="108117"/>
                  <a:pt x="0" y="119062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119062"/>
                </a:lnTo>
                <a:cubicBezTo>
                  <a:pt x="138906" y="108117"/>
                  <a:pt x="130008" y="99219"/>
                  <a:pt x="119062" y="99219"/>
                </a:cubicBezTo>
                <a:lnTo>
                  <a:pt x="104521" y="99219"/>
                </a:lnTo>
                <a:lnTo>
                  <a:pt x="86971" y="116768"/>
                </a:lnTo>
                <a:cubicBezTo>
                  <a:pt x="77298" y="126442"/>
                  <a:pt x="61578" y="126442"/>
                  <a:pt x="51904" y="116768"/>
                </a:cubicBezTo>
                <a:lnTo>
                  <a:pt x="34385" y="99219"/>
                </a:lnTo>
                <a:lnTo>
                  <a:pt x="19844" y="99219"/>
                </a:lnTo>
                <a:close/>
                <a:moveTo>
                  <a:pt x="114102" y="116582"/>
                </a:moveTo>
                <a:cubicBezTo>
                  <a:pt x="118209" y="116582"/>
                  <a:pt x="121543" y="119916"/>
                  <a:pt x="121543" y="124023"/>
                </a:cubicBezTo>
                <a:cubicBezTo>
                  <a:pt x="121543" y="128130"/>
                  <a:pt x="118209" y="131465"/>
                  <a:pt x="114102" y="131465"/>
                </a:cubicBezTo>
                <a:cubicBezTo>
                  <a:pt x="109995" y="131465"/>
                  <a:pt x="106660" y="128130"/>
                  <a:pt x="106660" y="124023"/>
                </a:cubicBezTo>
                <a:cubicBezTo>
                  <a:pt x="106660" y="119916"/>
                  <a:pt x="109995" y="116582"/>
                  <a:pt x="114102" y="11658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" y="1228727"/>
            <a:ext cx="65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" y="1657352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3123" y="179218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2727" y="55950"/>
                </a:moveTo>
                <a:cubicBezTo>
                  <a:pt x="120579" y="47327"/>
                  <a:pt x="116505" y="40825"/>
                  <a:pt x="107826" y="40825"/>
                </a:cubicBezTo>
                <a:lnTo>
                  <a:pt x="96636" y="40825"/>
                </a:lnTo>
                <a:lnTo>
                  <a:pt x="96636" y="54053"/>
                </a:lnTo>
                <a:cubicBezTo>
                  <a:pt x="96636" y="64322"/>
                  <a:pt x="87930" y="72972"/>
                  <a:pt x="77995" y="72972"/>
                </a:cubicBezTo>
                <a:lnTo>
                  <a:pt x="48192" y="72972"/>
                </a:lnTo>
                <a:cubicBezTo>
                  <a:pt x="40044" y="72972"/>
                  <a:pt x="33291" y="79949"/>
                  <a:pt x="33291" y="88125"/>
                </a:cubicBezTo>
                <a:lnTo>
                  <a:pt x="33291" y="116532"/>
                </a:lnTo>
                <a:cubicBezTo>
                  <a:pt x="33291" y="124625"/>
                  <a:pt x="40323" y="129369"/>
                  <a:pt x="48192" y="131685"/>
                </a:cubicBezTo>
                <a:cubicBezTo>
                  <a:pt x="57624" y="134448"/>
                  <a:pt x="66694" y="134950"/>
                  <a:pt x="77995" y="131685"/>
                </a:cubicBezTo>
                <a:cubicBezTo>
                  <a:pt x="85502" y="129508"/>
                  <a:pt x="92897" y="125127"/>
                  <a:pt x="92897" y="116532"/>
                </a:cubicBezTo>
                <a:lnTo>
                  <a:pt x="92897" y="105175"/>
                </a:lnTo>
                <a:lnTo>
                  <a:pt x="63122" y="105175"/>
                </a:lnTo>
                <a:lnTo>
                  <a:pt x="63122" y="101380"/>
                </a:lnTo>
                <a:lnTo>
                  <a:pt x="107826" y="101380"/>
                </a:lnTo>
                <a:cubicBezTo>
                  <a:pt x="116505" y="101380"/>
                  <a:pt x="119714" y="95324"/>
                  <a:pt x="122727" y="86255"/>
                </a:cubicBezTo>
                <a:cubicBezTo>
                  <a:pt x="125853" y="76907"/>
                  <a:pt x="125713" y="67921"/>
                  <a:pt x="122727" y="55950"/>
                </a:cubicBezTo>
                <a:close/>
                <a:moveTo>
                  <a:pt x="79865" y="124095"/>
                </a:moveTo>
                <a:cubicBezTo>
                  <a:pt x="77741" y="124244"/>
                  <a:pt x="75712" y="123195"/>
                  <a:pt x="74604" y="121377"/>
                </a:cubicBezTo>
                <a:cubicBezTo>
                  <a:pt x="73497" y="119558"/>
                  <a:pt x="73497" y="117274"/>
                  <a:pt x="74604" y="115455"/>
                </a:cubicBezTo>
                <a:cubicBezTo>
                  <a:pt x="75712" y="113637"/>
                  <a:pt x="77741" y="112588"/>
                  <a:pt x="79865" y="112737"/>
                </a:cubicBezTo>
                <a:cubicBezTo>
                  <a:pt x="81989" y="112588"/>
                  <a:pt x="84018" y="113637"/>
                  <a:pt x="85125" y="115455"/>
                </a:cubicBezTo>
                <a:cubicBezTo>
                  <a:pt x="86233" y="117274"/>
                  <a:pt x="86233" y="119558"/>
                  <a:pt x="85125" y="121377"/>
                </a:cubicBezTo>
                <a:cubicBezTo>
                  <a:pt x="84018" y="123195"/>
                  <a:pt x="81989" y="124244"/>
                  <a:pt x="79865" y="124095"/>
                </a:cubicBezTo>
                <a:close/>
                <a:moveTo>
                  <a:pt x="46825" y="69233"/>
                </a:moveTo>
                <a:lnTo>
                  <a:pt x="76628" y="69233"/>
                </a:lnTo>
                <a:cubicBezTo>
                  <a:pt x="84916" y="69233"/>
                  <a:pt x="91529" y="62396"/>
                  <a:pt x="91529" y="54080"/>
                </a:cubicBezTo>
                <a:lnTo>
                  <a:pt x="91529" y="25645"/>
                </a:lnTo>
                <a:cubicBezTo>
                  <a:pt x="91529" y="17552"/>
                  <a:pt x="84720" y="11497"/>
                  <a:pt x="76628" y="10130"/>
                </a:cubicBezTo>
                <a:cubicBezTo>
                  <a:pt x="66638" y="8483"/>
                  <a:pt x="55783" y="8567"/>
                  <a:pt x="46825" y="10158"/>
                </a:cubicBezTo>
                <a:cubicBezTo>
                  <a:pt x="34212" y="12390"/>
                  <a:pt x="31924" y="17050"/>
                  <a:pt x="31924" y="25673"/>
                </a:cubicBezTo>
                <a:lnTo>
                  <a:pt x="31924" y="37030"/>
                </a:lnTo>
                <a:lnTo>
                  <a:pt x="61754" y="37030"/>
                </a:lnTo>
                <a:lnTo>
                  <a:pt x="61754" y="40825"/>
                </a:lnTo>
                <a:lnTo>
                  <a:pt x="20734" y="40825"/>
                </a:lnTo>
                <a:cubicBezTo>
                  <a:pt x="12055" y="40825"/>
                  <a:pt x="4465" y="46044"/>
                  <a:pt x="2093" y="55950"/>
                </a:cubicBezTo>
                <a:cubicBezTo>
                  <a:pt x="-642" y="67308"/>
                  <a:pt x="-753" y="74395"/>
                  <a:pt x="2093" y="86255"/>
                </a:cubicBezTo>
                <a:cubicBezTo>
                  <a:pt x="4214" y="95073"/>
                  <a:pt x="9265" y="101380"/>
                  <a:pt x="17943" y="101380"/>
                </a:cubicBezTo>
                <a:lnTo>
                  <a:pt x="28184" y="101380"/>
                </a:lnTo>
                <a:lnTo>
                  <a:pt x="28184" y="87762"/>
                </a:lnTo>
                <a:cubicBezTo>
                  <a:pt x="28184" y="77912"/>
                  <a:pt x="36695" y="69233"/>
                  <a:pt x="46825" y="69233"/>
                </a:cubicBezTo>
                <a:close/>
                <a:moveTo>
                  <a:pt x="44983" y="18055"/>
                </a:moveTo>
                <a:cubicBezTo>
                  <a:pt x="48125" y="18055"/>
                  <a:pt x="50676" y="20606"/>
                  <a:pt x="50676" y="23747"/>
                </a:cubicBezTo>
                <a:cubicBezTo>
                  <a:pt x="50676" y="26889"/>
                  <a:pt x="48125" y="29440"/>
                  <a:pt x="44983" y="29440"/>
                </a:cubicBezTo>
                <a:cubicBezTo>
                  <a:pt x="41841" y="29440"/>
                  <a:pt x="39291" y="26889"/>
                  <a:pt x="39291" y="23747"/>
                </a:cubicBezTo>
                <a:cubicBezTo>
                  <a:pt x="39291" y="20606"/>
                  <a:pt x="41841" y="18055"/>
                  <a:pt x="44983" y="1805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56444" y="1720852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6444" y="1879602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Langage principal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0850" y="2133502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4194" y="226833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03054" y="-8651"/>
                </a:moveTo>
                <a:cubicBezTo>
                  <a:pt x="106375" y="-9627"/>
                  <a:pt x="109863" y="-7897"/>
                  <a:pt x="111147" y="-4772"/>
                </a:cubicBezTo>
                <a:lnTo>
                  <a:pt x="111370" y="-4130"/>
                </a:lnTo>
                <a:lnTo>
                  <a:pt x="122532" y="33821"/>
                </a:lnTo>
                <a:cubicBezTo>
                  <a:pt x="123230" y="36165"/>
                  <a:pt x="122560" y="38705"/>
                  <a:pt x="120830" y="40435"/>
                </a:cubicBezTo>
                <a:lnTo>
                  <a:pt x="102943" y="58322"/>
                </a:lnTo>
                <a:lnTo>
                  <a:pt x="124262" y="52518"/>
                </a:lnTo>
                <a:lnTo>
                  <a:pt x="129815" y="35830"/>
                </a:lnTo>
                <a:lnTo>
                  <a:pt x="130066" y="35189"/>
                </a:lnTo>
                <a:cubicBezTo>
                  <a:pt x="131462" y="32091"/>
                  <a:pt x="135006" y="30500"/>
                  <a:pt x="138299" y="31589"/>
                </a:cubicBezTo>
                <a:cubicBezTo>
                  <a:pt x="141591" y="32677"/>
                  <a:pt x="143461" y="36082"/>
                  <a:pt x="142708" y="39402"/>
                </a:cubicBezTo>
                <a:lnTo>
                  <a:pt x="142512" y="40072"/>
                </a:lnTo>
                <a:lnTo>
                  <a:pt x="135815" y="60164"/>
                </a:lnTo>
                <a:cubicBezTo>
                  <a:pt x="135117" y="62285"/>
                  <a:pt x="133387" y="63903"/>
                  <a:pt x="131211" y="64517"/>
                </a:cubicBezTo>
                <a:lnTo>
                  <a:pt x="105789" y="71438"/>
                </a:lnTo>
                <a:lnTo>
                  <a:pt x="131211" y="78358"/>
                </a:lnTo>
                <a:cubicBezTo>
                  <a:pt x="133359" y="78944"/>
                  <a:pt x="135089" y="80590"/>
                  <a:pt x="135815" y="82711"/>
                </a:cubicBezTo>
                <a:lnTo>
                  <a:pt x="142512" y="102803"/>
                </a:lnTo>
                <a:lnTo>
                  <a:pt x="142708" y="103473"/>
                </a:lnTo>
                <a:cubicBezTo>
                  <a:pt x="143461" y="106793"/>
                  <a:pt x="141563" y="110198"/>
                  <a:pt x="138299" y="111286"/>
                </a:cubicBezTo>
                <a:cubicBezTo>
                  <a:pt x="135006" y="112375"/>
                  <a:pt x="131462" y="110784"/>
                  <a:pt x="130066" y="107686"/>
                </a:cubicBezTo>
                <a:lnTo>
                  <a:pt x="129815" y="107045"/>
                </a:lnTo>
                <a:lnTo>
                  <a:pt x="124262" y="90357"/>
                </a:lnTo>
                <a:lnTo>
                  <a:pt x="102943" y="84553"/>
                </a:lnTo>
                <a:lnTo>
                  <a:pt x="120830" y="102440"/>
                </a:lnTo>
                <a:cubicBezTo>
                  <a:pt x="122532" y="104142"/>
                  <a:pt x="123202" y="106654"/>
                  <a:pt x="122560" y="108970"/>
                </a:cubicBezTo>
                <a:lnTo>
                  <a:pt x="111398" y="149154"/>
                </a:lnTo>
                <a:lnTo>
                  <a:pt x="111175" y="149796"/>
                </a:lnTo>
                <a:cubicBezTo>
                  <a:pt x="109947" y="152949"/>
                  <a:pt x="106487" y="154735"/>
                  <a:pt x="103138" y="153814"/>
                </a:cubicBezTo>
                <a:cubicBezTo>
                  <a:pt x="99789" y="152893"/>
                  <a:pt x="97752" y="149572"/>
                  <a:pt x="98338" y="146224"/>
                </a:cubicBezTo>
                <a:lnTo>
                  <a:pt x="98478" y="145554"/>
                </a:lnTo>
                <a:lnTo>
                  <a:pt x="108579" y="109138"/>
                </a:lnTo>
                <a:lnTo>
                  <a:pt x="98199" y="98757"/>
                </a:lnTo>
                <a:cubicBezTo>
                  <a:pt x="97948" y="113295"/>
                  <a:pt x="86060" y="125016"/>
                  <a:pt x="71438" y="125016"/>
                </a:cubicBezTo>
                <a:cubicBezTo>
                  <a:pt x="56815" y="125016"/>
                  <a:pt x="44927" y="113295"/>
                  <a:pt x="44648" y="98757"/>
                </a:cubicBezTo>
                <a:lnTo>
                  <a:pt x="34323" y="109082"/>
                </a:lnTo>
                <a:lnTo>
                  <a:pt x="44369" y="143210"/>
                </a:lnTo>
                <a:lnTo>
                  <a:pt x="44537" y="143880"/>
                </a:lnTo>
                <a:cubicBezTo>
                  <a:pt x="45151" y="147200"/>
                  <a:pt x="43169" y="150549"/>
                  <a:pt x="39849" y="151526"/>
                </a:cubicBezTo>
                <a:cubicBezTo>
                  <a:pt x="36528" y="152502"/>
                  <a:pt x="33040" y="150772"/>
                  <a:pt x="31756" y="147647"/>
                </a:cubicBezTo>
                <a:lnTo>
                  <a:pt x="31533" y="147005"/>
                </a:lnTo>
                <a:lnTo>
                  <a:pt x="20371" y="109054"/>
                </a:lnTo>
                <a:cubicBezTo>
                  <a:pt x="19673" y="106710"/>
                  <a:pt x="20343" y="104170"/>
                  <a:pt x="22073" y="102412"/>
                </a:cubicBezTo>
                <a:lnTo>
                  <a:pt x="39960" y="84525"/>
                </a:lnTo>
                <a:lnTo>
                  <a:pt x="18641" y="90329"/>
                </a:lnTo>
                <a:lnTo>
                  <a:pt x="13088" y="107017"/>
                </a:lnTo>
                <a:lnTo>
                  <a:pt x="12836" y="107659"/>
                </a:lnTo>
                <a:cubicBezTo>
                  <a:pt x="11441" y="110756"/>
                  <a:pt x="7897" y="112347"/>
                  <a:pt x="4604" y="111258"/>
                </a:cubicBezTo>
                <a:cubicBezTo>
                  <a:pt x="1312" y="110170"/>
                  <a:pt x="-558" y="106766"/>
                  <a:pt x="195" y="103445"/>
                </a:cubicBezTo>
                <a:lnTo>
                  <a:pt x="391" y="102775"/>
                </a:lnTo>
                <a:lnTo>
                  <a:pt x="7088" y="82683"/>
                </a:lnTo>
                <a:cubicBezTo>
                  <a:pt x="7786" y="80563"/>
                  <a:pt x="9516" y="78944"/>
                  <a:pt x="11692" y="78330"/>
                </a:cubicBezTo>
                <a:lnTo>
                  <a:pt x="37114" y="71410"/>
                </a:lnTo>
                <a:lnTo>
                  <a:pt x="11692" y="64489"/>
                </a:lnTo>
                <a:cubicBezTo>
                  <a:pt x="9544" y="63903"/>
                  <a:pt x="7813" y="62257"/>
                  <a:pt x="7088" y="60136"/>
                </a:cubicBezTo>
                <a:lnTo>
                  <a:pt x="391" y="40044"/>
                </a:lnTo>
                <a:lnTo>
                  <a:pt x="195" y="39374"/>
                </a:lnTo>
                <a:cubicBezTo>
                  <a:pt x="-558" y="36054"/>
                  <a:pt x="1339" y="32649"/>
                  <a:pt x="4604" y="31561"/>
                </a:cubicBezTo>
                <a:cubicBezTo>
                  <a:pt x="7869" y="30473"/>
                  <a:pt x="11441" y="32063"/>
                  <a:pt x="12836" y="35161"/>
                </a:cubicBezTo>
                <a:lnTo>
                  <a:pt x="13088" y="35802"/>
                </a:lnTo>
                <a:lnTo>
                  <a:pt x="18641" y="52490"/>
                </a:lnTo>
                <a:lnTo>
                  <a:pt x="39960" y="58294"/>
                </a:lnTo>
                <a:lnTo>
                  <a:pt x="22073" y="40407"/>
                </a:lnTo>
                <a:cubicBezTo>
                  <a:pt x="20343" y="38677"/>
                  <a:pt x="19701" y="36137"/>
                  <a:pt x="20371" y="33793"/>
                </a:cubicBezTo>
                <a:lnTo>
                  <a:pt x="31533" y="-4158"/>
                </a:lnTo>
                <a:lnTo>
                  <a:pt x="31756" y="-4800"/>
                </a:lnTo>
                <a:cubicBezTo>
                  <a:pt x="33040" y="-7953"/>
                  <a:pt x="36528" y="-9655"/>
                  <a:pt x="39849" y="-8679"/>
                </a:cubicBezTo>
                <a:cubicBezTo>
                  <a:pt x="43169" y="-7702"/>
                  <a:pt x="45151" y="-4353"/>
                  <a:pt x="44537" y="-1032"/>
                </a:cubicBezTo>
                <a:lnTo>
                  <a:pt x="44369" y="-363"/>
                </a:lnTo>
                <a:lnTo>
                  <a:pt x="34323" y="33765"/>
                </a:lnTo>
                <a:lnTo>
                  <a:pt x="49113" y="48555"/>
                </a:lnTo>
                <a:cubicBezTo>
                  <a:pt x="49392" y="36472"/>
                  <a:pt x="59271" y="26761"/>
                  <a:pt x="71410" y="26761"/>
                </a:cubicBezTo>
                <a:cubicBezTo>
                  <a:pt x="83548" y="26761"/>
                  <a:pt x="93427" y="36472"/>
                  <a:pt x="93706" y="48583"/>
                </a:cubicBezTo>
                <a:lnTo>
                  <a:pt x="108524" y="33765"/>
                </a:lnTo>
                <a:lnTo>
                  <a:pt x="98478" y="-363"/>
                </a:lnTo>
                <a:lnTo>
                  <a:pt x="98310" y="-1032"/>
                </a:lnTo>
                <a:cubicBezTo>
                  <a:pt x="97696" y="-4381"/>
                  <a:pt x="99678" y="-7702"/>
                  <a:pt x="102998" y="-867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56444" y="2197002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Requests / BS4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6444" y="2355752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scraping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0850" y="2609651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6334" y="2744491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98227" y="0"/>
                </a:moveTo>
                <a:cubicBezTo>
                  <a:pt x="98227" y="-4939"/>
                  <a:pt x="94236" y="-8930"/>
                  <a:pt x="89297" y="-8930"/>
                </a:cubicBezTo>
                <a:cubicBezTo>
                  <a:pt x="84358" y="-8930"/>
                  <a:pt x="80367" y="-4939"/>
                  <a:pt x="80367" y="0"/>
                </a:cubicBezTo>
                <a:lnTo>
                  <a:pt x="80367" y="17859"/>
                </a:lnTo>
                <a:lnTo>
                  <a:pt x="53578" y="17859"/>
                </a:lnTo>
                <a:cubicBezTo>
                  <a:pt x="38788" y="17859"/>
                  <a:pt x="26789" y="29859"/>
                  <a:pt x="26789" y="44648"/>
                </a:cubicBezTo>
                <a:lnTo>
                  <a:pt x="26789" y="107156"/>
                </a:lnTo>
                <a:cubicBezTo>
                  <a:pt x="26789" y="121946"/>
                  <a:pt x="38788" y="133945"/>
                  <a:pt x="53578" y="133945"/>
                </a:cubicBezTo>
                <a:lnTo>
                  <a:pt x="125016" y="133945"/>
                </a:lnTo>
                <a:cubicBezTo>
                  <a:pt x="139805" y="133945"/>
                  <a:pt x="151805" y="121946"/>
                  <a:pt x="151805" y="107156"/>
                </a:cubicBezTo>
                <a:lnTo>
                  <a:pt x="151805" y="44648"/>
                </a:lnTo>
                <a:cubicBezTo>
                  <a:pt x="151805" y="29859"/>
                  <a:pt x="139805" y="17859"/>
                  <a:pt x="125016" y="17859"/>
                </a:cubicBezTo>
                <a:lnTo>
                  <a:pt x="98227" y="17859"/>
                </a:lnTo>
                <a:lnTo>
                  <a:pt x="98227" y="0"/>
                </a:lnTo>
                <a:close/>
                <a:moveTo>
                  <a:pt x="44648" y="102691"/>
                </a:moveTo>
                <a:cubicBezTo>
                  <a:pt x="44648" y="98980"/>
                  <a:pt x="47634" y="95994"/>
                  <a:pt x="51346" y="95994"/>
                </a:cubicBezTo>
                <a:lnTo>
                  <a:pt x="60275" y="95994"/>
                </a:lnTo>
                <a:cubicBezTo>
                  <a:pt x="63987" y="95994"/>
                  <a:pt x="66973" y="98980"/>
                  <a:pt x="66973" y="102691"/>
                </a:cubicBezTo>
                <a:cubicBezTo>
                  <a:pt x="66973" y="106403"/>
                  <a:pt x="63987" y="109389"/>
                  <a:pt x="60275" y="109389"/>
                </a:cubicBezTo>
                <a:lnTo>
                  <a:pt x="51346" y="109389"/>
                </a:lnTo>
                <a:cubicBezTo>
                  <a:pt x="47634" y="109389"/>
                  <a:pt x="44648" y="106403"/>
                  <a:pt x="44648" y="102691"/>
                </a:cubicBezTo>
                <a:close/>
                <a:moveTo>
                  <a:pt x="78135" y="102691"/>
                </a:moveTo>
                <a:cubicBezTo>
                  <a:pt x="78135" y="98980"/>
                  <a:pt x="81121" y="95994"/>
                  <a:pt x="84832" y="95994"/>
                </a:cubicBezTo>
                <a:lnTo>
                  <a:pt x="93762" y="95994"/>
                </a:lnTo>
                <a:cubicBezTo>
                  <a:pt x="97473" y="95994"/>
                  <a:pt x="100459" y="98980"/>
                  <a:pt x="100459" y="102691"/>
                </a:cubicBezTo>
                <a:cubicBezTo>
                  <a:pt x="100459" y="106403"/>
                  <a:pt x="97473" y="109389"/>
                  <a:pt x="93762" y="109389"/>
                </a:cubicBezTo>
                <a:lnTo>
                  <a:pt x="84832" y="109389"/>
                </a:lnTo>
                <a:cubicBezTo>
                  <a:pt x="81121" y="109389"/>
                  <a:pt x="78135" y="106403"/>
                  <a:pt x="78135" y="102691"/>
                </a:cubicBezTo>
                <a:close/>
                <a:moveTo>
                  <a:pt x="111621" y="102691"/>
                </a:moveTo>
                <a:cubicBezTo>
                  <a:pt x="111621" y="98980"/>
                  <a:pt x="114607" y="95994"/>
                  <a:pt x="118318" y="95994"/>
                </a:cubicBezTo>
                <a:lnTo>
                  <a:pt x="127248" y="95994"/>
                </a:lnTo>
                <a:cubicBezTo>
                  <a:pt x="130959" y="95994"/>
                  <a:pt x="133945" y="98980"/>
                  <a:pt x="133945" y="102691"/>
                </a:cubicBezTo>
                <a:cubicBezTo>
                  <a:pt x="133945" y="106403"/>
                  <a:pt x="130959" y="109389"/>
                  <a:pt x="127248" y="109389"/>
                </a:cubicBezTo>
                <a:lnTo>
                  <a:pt x="118318" y="109389"/>
                </a:lnTo>
                <a:cubicBezTo>
                  <a:pt x="114607" y="109389"/>
                  <a:pt x="111621" y="106403"/>
                  <a:pt x="111621" y="102691"/>
                </a:cubicBezTo>
                <a:close/>
                <a:moveTo>
                  <a:pt x="62508" y="49113"/>
                </a:moveTo>
                <a:cubicBezTo>
                  <a:pt x="69900" y="49113"/>
                  <a:pt x="75902" y="55115"/>
                  <a:pt x="75902" y="62508"/>
                </a:cubicBezTo>
                <a:cubicBezTo>
                  <a:pt x="75902" y="69900"/>
                  <a:pt x="69900" y="75902"/>
                  <a:pt x="62508" y="75902"/>
                </a:cubicBezTo>
                <a:cubicBezTo>
                  <a:pt x="55115" y="75902"/>
                  <a:pt x="49113" y="69900"/>
                  <a:pt x="49113" y="62508"/>
                </a:cubicBezTo>
                <a:cubicBezTo>
                  <a:pt x="49113" y="55115"/>
                  <a:pt x="55115" y="49113"/>
                  <a:pt x="62508" y="49113"/>
                </a:cubicBezTo>
                <a:close/>
                <a:moveTo>
                  <a:pt x="102691" y="62508"/>
                </a:moveTo>
                <a:cubicBezTo>
                  <a:pt x="102691" y="55115"/>
                  <a:pt x="108693" y="49113"/>
                  <a:pt x="116086" y="49113"/>
                </a:cubicBezTo>
                <a:cubicBezTo>
                  <a:pt x="123479" y="49113"/>
                  <a:pt x="129480" y="55115"/>
                  <a:pt x="129480" y="62508"/>
                </a:cubicBezTo>
                <a:cubicBezTo>
                  <a:pt x="129480" y="69900"/>
                  <a:pt x="123479" y="75902"/>
                  <a:pt x="116086" y="75902"/>
                </a:cubicBezTo>
                <a:cubicBezTo>
                  <a:pt x="108693" y="75902"/>
                  <a:pt x="102691" y="69900"/>
                  <a:pt x="102691" y="62508"/>
                </a:cubicBezTo>
                <a:close/>
                <a:moveTo>
                  <a:pt x="17859" y="62508"/>
                </a:moveTo>
                <a:cubicBezTo>
                  <a:pt x="17859" y="57569"/>
                  <a:pt x="13869" y="53578"/>
                  <a:pt x="8930" y="53578"/>
                </a:cubicBezTo>
                <a:cubicBezTo>
                  <a:pt x="3990" y="53578"/>
                  <a:pt x="0" y="57569"/>
                  <a:pt x="0" y="62508"/>
                </a:cubicBezTo>
                <a:lnTo>
                  <a:pt x="0" y="89297"/>
                </a:lnTo>
                <a:cubicBezTo>
                  <a:pt x="0" y="94236"/>
                  <a:pt x="3990" y="98227"/>
                  <a:pt x="8930" y="98227"/>
                </a:cubicBezTo>
                <a:cubicBezTo>
                  <a:pt x="13869" y="98227"/>
                  <a:pt x="17859" y="94236"/>
                  <a:pt x="17859" y="89297"/>
                </a:cubicBezTo>
                <a:lnTo>
                  <a:pt x="17859" y="62508"/>
                </a:lnTo>
                <a:close/>
                <a:moveTo>
                  <a:pt x="169664" y="53578"/>
                </a:moveTo>
                <a:cubicBezTo>
                  <a:pt x="164725" y="53578"/>
                  <a:pt x="160734" y="57569"/>
                  <a:pt x="160734" y="62508"/>
                </a:cubicBezTo>
                <a:lnTo>
                  <a:pt x="160734" y="89297"/>
                </a:lnTo>
                <a:cubicBezTo>
                  <a:pt x="160734" y="94236"/>
                  <a:pt x="164725" y="98227"/>
                  <a:pt x="169664" y="98227"/>
                </a:cubicBezTo>
                <a:cubicBezTo>
                  <a:pt x="174603" y="98227"/>
                  <a:pt x="178594" y="94236"/>
                  <a:pt x="178594" y="89297"/>
                </a:cubicBezTo>
                <a:lnTo>
                  <a:pt x="178594" y="62508"/>
                </a:lnTo>
                <a:cubicBezTo>
                  <a:pt x="178594" y="57569"/>
                  <a:pt x="174603" y="53578"/>
                  <a:pt x="169664" y="5357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56444" y="2673151"/>
            <a:ext cx="67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Selenium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6444" y="2831901"/>
            <a:ext cx="666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Automatisation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0850" y="3085804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3123" y="3220641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-8930"/>
                </a:moveTo>
                <a:cubicBezTo>
                  <a:pt x="40658" y="-8930"/>
                  <a:pt x="44648" y="-4939"/>
                  <a:pt x="44648" y="0"/>
                </a:cubicBezTo>
                <a:lnTo>
                  <a:pt x="44648" y="26789"/>
                </a:lnTo>
                <a:lnTo>
                  <a:pt x="80367" y="26789"/>
                </a:lnTo>
                <a:lnTo>
                  <a:pt x="80367" y="0"/>
                </a:lnTo>
                <a:cubicBezTo>
                  <a:pt x="80367" y="-4939"/>
                  <a:pt x="84358" y="-8930"/>
                  <a:pt x="89297" y="-8930"/>
                </a:cubicBezTo>
                <a:cubicBezTo>
                  <a:pt x="94236" y="-8930"/>
                  <a:pt x="98227" y="-4939"/>
                  <a:pt x="98227" y="0"/>
                </a:cubicBezTo>
                <a:lnTo>
                  <a:pt x="98227" y="26789"/>
                </a:ln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cubicBezTo>
                  <a:pt x="125016" y="40658"/>
                  <a:pt x="121025" y="44648"/>
                  <a:pt x="116086" y="44648"/>
                </a:cubicBezTo>
                <a:lnTo>
                  <a:pt x="116086" y="62508"/>
                </a:lnTo>
                <a:cubicBezTo>
                  <a:pt x="116086" y="89046"/>
                  <a:pt x="96775" y="111091"/>
                  <a:pt x="71438" y="115332"/>
                </a:cubicBezTo>
                <a:lnTo>
                  <a:pt x="71438" y="133945"/>
                </a:lnTo>
                <a:cubicBezTo>
                  <a:pt x="71438" y="138885"/>
                  <a:pt x="67447" y="142875"/>
                  <a:pt x="62508" y="142875"/>
                </a:cubicBezTo>
                <a:cubicBezTo>
                  <a:pt x="57569" y="142875"/>
                  <a:pt x="53578" y="138885"/>
                  <a:pt x="53578" y="133945"/>
                </a:cubicBezTo>
                <a:lnTo>
                  <a:pt x="53578" y="115332"/>
                </a:lnTo>
                <a:cubicBezTo>
                  <a:pt x="28240" y="111091"/>
                  <a:pt x="8930" y="89046"/>
                  <a:pt x="8930" y="6250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lnTo>
                  <a:pt x="26789" y="0"/>
                </a:lnTo>
                <a:cubicBezTo>
                  <a:pt x="26789" y="-4939"/>
                  <a:pt x="30780" y="-8930"/>
                  <a:pt x="35719" y="-893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56444" y="3149304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Football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6444" y="3308054"/>
            <a:ext cx="619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5309" y="1019175"/>
            <a:ext cx="3760787" cy="2609850"/>
          </a:xfrm>
          <a:custGeom>
            <a:avLst/>
            <a:gdLst/>
            <a:ahLst/>
            <a:cxnLst/>
            <a:rect l="l" t="t" r="r" b="b"/>
            <a:pathLst>
              <a:path w="3760787" h="2609850">
                <a:moveTo>
                  <a:pt x="95260" y="0"/>
                </a:moveTo>
                <a:lnTo>
                  <a:pt x="3665528" y="0"/>
                </a:lnTo>
                <a:cubicBezTo>
                  <a:pt x="3718138" y="0"/>
                  <a:pt x="3760787" y="42649"/>
                  <a:pt x="3760787" y="95260"/>
                </a:cubicBezTo>
                <a:lnTo>
                  <a:pt x="3760787" y="2514590"/>
                </a:lnTo>
                <a:cubicBezTo>
                  <a:pt x="3760787" y="2567201"/>
                  <a:pt x="3718138" y="2609850"/>
                  <a:pt x="3665528" y="2609850"/>
                </a:cubicBezTo>
                <a:lnTo>
                  <a:pt x="95260" y="2609850"/>
                </a:lnTo>
                <a:cubicBezTo>
                  <a:pt x="42649" y="2609850"/>
                  <a:pt x="0" y="2567201"/>
                  <a:pt x="0" y="251459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5484" y="1149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466531" y="126047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21734" y="1228727"/>
            <a:ext cx="73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Stockage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45484" y="1657352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7757" y="179218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651078" y="1720852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/ MySQL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51078" y="1879602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de données relationnelle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45484" y="2133502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19898" y="2268338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6367" y="-5274"/>
                </a:moveTo>
                <a:cubicBezTo>
                  <a:pt x="85223" y="-7507"/>
                  <a:pt x="82907" y="-8930"/>
                  <a:pt x="80395" y="-8930"/>
                </a:cubicBezTo>
                <a:cubicBezTo>
                  <a:pt x="77884" y="-8930"/>
                  <a:pt x="75567" y="-7507"/>
                  <a:pt x="74423" y="-5274"/>
                </a:cubicBezTo>
                <a:lnTo>
                  <a:pt x="53885" y="34965"/>
                </a:lnTo>
                <a:lnTo>
                  <a:pt x="9265" y="42053"/>
                </a:lnTo>
                <a:cubicBezTo>
                  <a:pt x="6781" y="42444"/>
                  <a:pt x="4716" y="44202"/>
                  <a:pt x="3935" y="46602"/>
                </a:cubicBezTo>
                <a:cubicBezTo>
                  <a:pt x="3153" y="49002"/>
                  <a:pt x="3795" y="51625"/>
                  <a:pt x="5553" y="53411"/>
                </a:cubicBezTo>
                <a:lnTo>
                  <a:pt x="37477" y="85362"/>
                </a:lnTo>
                <a:lnTo>
                  <a:pt x="30445" y="129983"/>
                </a:lnTo>
                <a:cubicBezTo>
                  <a:pt x="30054" y="132466"/>
                  <a:pt x="31086" y="134978"/>
                  <a:pt x="33124" y="136457"/>
                </a:cubicBezTo>
                <a:cubicBezTo>
                  <a:pt x="35161" y="137936"/>
                  <a:pt x="37840" y="138159"/>
                  <a:pt x="40100" y="137015"/>
                </a:cubicBezTo>
                <a:lnTo>
                  <a:pt x="80395" y="116532"/>
                </a:lnTo>
                <a:lnTo>
                  <a:pt x="120662" y="137015"/>
                </a:lnTo>
                <a:cubicBezTo>
                  <a:pt x="122895" y="138159"/>
                  <a:pt x="125602" y="137936"/>
                  <a:pt x="127639" y="136457"/>
                </a:cubicBezTo>
                <a:cubicBezTo>
                  <a:pt x="129676" y="134978"/>
                  <a:pt x="130708" y="132494"/>
                  <a:pt x="130318" y="129983"/>
                </a:cubicBezTo>
                <a:lnTo>
                  <a:pt x="123258" y="85362"/>
                </a:lnTo>
                <a:lnTo>
                  <a:pt x="155181" y="53411"/>
                </a:lnTo>
                <a:cubicBezTo>
                  <a:pt x="156967" y="51625"/>
                  <a:pt x="157581" y="49002"/>
                  <a:pt x="156800" y="46602"/>
                </a:cubicBezTo>
                <a:cubicBezTo>
                  <a:pt x="156018" y="44202"/>
                  <a:pt x="153981" y="42444"/>
                  <a:pt x="151470" y="42053"/>
                </a:cubicBezTo>
                <a:lnTo>
                  <a:pt x="106877" y="34965"/>
                </a:lnTo>
                <a:lnTo>
                  <a:pt x="86367" y="-527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4651078" y="2197002"/>
            <a:ext cx="952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 en Étoile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51078" y="2355752"/>
            <a:ext cx="944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optimisé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109942" y="1019175"/>
            <a:ext cx="3760787" cy="2609850"/>
          </a:xfrm>
          <a:custGeom>
            <a:avLst/>
            <a:gdLst/>
            <a:ahLst/>
            <a:cxnLst/>
            <a:rect l="l" t="t" r="r" b="b"/>
            <a:pathLst>
              <a:path w="3760787" h="2609850">
                <a:moveTo>
                  <a:pt x="95260" y="0"/>
                </a:moveTo>
                <a:lnTo>
                  <a:pt x="3665528" y="0"/>
                </a:lnTo>
                <a:cubicBezTo>
                  <a:pt x="3718138" y="0"/>
                  <a:pt x="3760787" y="42649"/>
                  <a:pt x="3760787" y="95260"/>
                </a:cubicBezTo>
                <a:lnTo>
                  <a:pt x="3760787" y="2514590"/>
                </a:lnTo>
                <a:cubicBezTo>
                  <a:pt x="3760787" y="2567201"/>
                  <a:pt x="3718138" y="2609850"/>
                  <a:pt x="3665528" y="2609850"/>
                </a:cubicBezTo>
                <a:lnTo>
                  <a:pt x="95260" y="2609850"/>
                </a:lnTo>
                <a:cubicBezTo>
                  <a:pt x="42649" y="2609850"/>
                  <a:pt x="0" y="2567201"/>
                  <a:pt x="0" y="251459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0117" y="114935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331398" y="1260477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8716367" y="1228727"/>
            <a:ext cx="84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Traitement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40117" y="1657352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32391" y="1792189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71438" y="44648"/>
                </a:moveTo>
                <a:lnTo>
                  <a:pt x="71438" y="71438"/>
                </a:lnTo>
                <a:lnTo>
                  <a:pt x="107156" y="71438"/>
                </a:lnTo>
                <a:lnTo>
                  <a:pt x="107156" y="44648"/>
                </a:lnTo>
                <a:lnTo>
                  <a:pt x="71438" y="44648"/>
                </a:lnTo>
                <a:close/>
                <a:moveTo>
                  <a:pt x="53578" y="44648"/>
                </a:moveTo>
                <a:lnTo>
                  <a:pt x="17859" y="44648"/>
                </a:lnTo>
                <a:lnTo>
                  <a:pt x="17859" y="71438"/>
                </a:lnTo>
                <a:lnTo>
                  <a:pt x="53578" y="71438"/>
                </a:lnTo>
                <a:lnTo>
                  <a:pt x="53578" y="44648"/>
                </a:lnTo>
                <a:close/>
                <a:moveTo>
                  <a:pt x="0" y="89297"/>
                </a:move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89297"/>
                </a:lnTo>
                <a:close/>
                <a:moveTo>
                  <a:pt x="107156" y="89297"/>
                </a:moveTo>
                <a:lnTo>
                  <a:pt x="71438" y="89297"/>
                </a:lnTo>
                <a:lnTo>
                  <a:pt x="71438" y="116086"/>
                </a:lnTo>
                <a:lnTo>
                  <a:pt x="107156" y="116086"/>
                </a:lnTo>
                <a:lnTo>
                  <a:pt x="107156" y="89297"/>
                </a:lnTo>
                <a:close/>
                <a:moveTo>
                  <a:pt x="53578" y="116086"/>
                </a:moveTo>
                <a:lnTo>
                  <a:pt x="53578" y="89297"/>
                </a:lnTo>
                <a:lnTo>
                  <a:pt x="17859" y="89297"/>
                </a:lnTo>
                <a:lnTo>
                  <a:pt x="17859" y="116086"/>
                </a:lnTo>
                <a:lnTo>
                  <a:pt x="53578" y="11608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8545711" y="1720852"/>
            <a:ext cx="96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45711" y="1879602"/>
            <a:ext cx="960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Manipulation données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0117" y="2133502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41320" y="226833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17859" y="0"/>
                </a:moveTo>
                <a:cubicBezTo>
                  <a:pt x="8009" y="0"/>
                  <a:pt x="0" y="8009"/>
                  <a:pt x="0" y="17859"/>
                </a:cubicBezTo>
                <a:lnTo>
                  <a:pt x="0" y="125016"/>
                </a:lnTo>
                <a:cubicBezTo>
                  <a:pt x="0" y="134866"/>
                  <a:pt x="8009" y="142875"/>
                  <a:pt x="17859" y="142875"/>
                </a:cubicBezTo>
                <a:lnTo>
                  <a:pt x="89297" y="142875"/>
                </a:lnTo>
                <a:cubicBezTo>
                  <a:pt x="99147" y="142875"/>
                  <a:pt x="107156" y="134866"/>
                  <a:pt x="107156" y="125016"/>
                </a:cubicBezTo>
                <a:lnTo>
                  <a:pt x="107156" y="17859"/>
                </a:lnTo>
                <a:cubicBezTo>
                  <a:pt x="107156" y="8009"/>
                  <a:pt x="99147" y="0"/>
                  <a:pt x="89297" y="0"/>
                </a:cubicBezTo>
                <a:lnTo>
                  <a:pt x="17859" y="0"/>
                </a:lnTo>
                <a:close/>
                <a:moveTo>
                  <a:pt x="26789" y="17859"/>
                </a:moveTo>
                <a:lnTo>
                  <a:pt x="80367" y="17859"/>
                </a:lnTo>
                <a:cubicBezTo>
                  <a:pt x="85306" y="17859"/>
                  <a:pt x="89297" y="21850"/>
                  <a:pt x="89297" y="26789"/>
                </a:cubicBezTo>
                <a:lnTo>
                  <a:pt x="89297" y="35719"/>
                </a:lnTo>
                <a:cubicBezTo>
                  <a:pt x="89297" y="40658"/>
                  <a:pt x="85306" y="44648"/>
                  <a:pt x="80367" y="44648"/>
                </a:cubicBezTo>
                <a:lnTo>
                  <a:pt x="26789" y="44648"/>
                </a:lnTo>
                <a:cubicBezTo>
                  <a:pt x="21850" y="44648"/>
                  <a:pt x="17859" y="40658"/>
                  <a:pt x="17859" y="35719"/>
                </a:cubicBezTo>
                <a:lnTo>
                  <a:pt x="17859" y="26789"/>
                </a:lnTo>
                <a:cubicBezTo>
                  <a:pt x="17859" y="21850"/>
                  <a:pt x="21850" y="17859"/>
                  <a:pt x="26789" y="17859"/>
                </a:cubicBezTo>
                <a:close/>
                <a:moveTo>
                  <a:pt x="31254" y="64740"/>
                </a:moveTo>
                <a:cubicBezTo>
                  <a:pt x="31254" y="68437"/>
                  <a:pt x="28253" y="71438"/>
                  <a:pt x="24557" y="71438"/>
                </a:cubicBezTo>
                <a:cubicBezTo>
                  <a:pt x="20860" y="71438"/>
                  <a:pt x="17859" y="68437"/>
                  <a:pt x="17859" y="64740"/>
                </a:cubicBezTo>
                <a:cubicBezTo>
                  <a:pt x="17859" y="61044"/>
                  <a:pt x="20860" y="58043"/>
                  <a:pt x="24557" y="58043"/>
                </a:cubicBezTo>
                <a:cubicBezTo>
                  <a:pt x="28253" y="58043"/>
                  <a:pt x="31254" y="61044"/>
                  <a:pt x="31254" y="64740"/>
                </a:cubicBezTo>
                <a:close/>
                <a:moveTo>
                  <a:pt x="53578" y="71438"/>
                </a:moveTo>
                <a:cubicBezTo>
                  <a:pt x="49882" y="71438"/>
                  <a:pt x="46881" y="68437"/>
                  <a:pt x="46881" y="64740"/>
                </a:cubicBezTo>
                <a:cubicBezTo>
                  <a:pt x="46881" y="61044"/>
                  <a:pt x="49882" y="58043"/>
                  <a:pt x="53578" y="58043"/>
                </a:cubicBezTo>
                <a:cubicBezTo>
                  <a:pt x="57274" y="58043"/>
                  <a:pt x="60275" y="61044"/>
                  <a:pt x="60275" y="64740"/>
                </a:cubicBezTo>
                <a:cubicBezTo>
                  <a:pt x="60275" y="68437"/>
                  <a:pt x="57274" y="71438"/>
                  <a:pt x="53578" y="71438"/>
                </a:cubicBezTo>
                <a:close/>
                <a:moveTo>
                  <a:pt x="89297" y="64740"/>
                </a:moveTo>
                <a:cubicBezTo>
                  <a:pt x="89297" y="68437"/>
                  <a:pt x="86296" y="71438"/>
                  <a:pt x="82600" y="71438"/>
                </a:cubicBezTo>
                <a:cubicBezTo>
                  <a:pt x="78903" y="71438"/>
                  <a:pt x="75902" y="68437"/>
                  <a:pt x="75902" y="64740"/>
                </a:cubicBezTo>
                <a:cubicBezTo>
                  <a:pt x="75902" y="61044"/>
                  <a:pt x="78903" y="58043"/>
                  <a:pt x="82600" y="58043"/>
                </a:cubicBezTo>
                <a:cubicBezTo>
                  <a:pt x="86296" y="58043"/>
                  <a:pt x="89297" y="61044"/>
                  <a:pt x="89297" y="64740"/>
                </a:cubicBezTo>
                <a:close/>
                <a:moveTo>
                  <a:pt x="24557" y="98227"/>
                </a:moveTo>
                <a:cubicBezTo>
                  <a:pt x="20860" y="98227"/>
                  <a:pt x="17859" y="95226"/>
                  <a:pt x="17859" y="91529"/>
                </a:cubicBezTo>
                <a:cubicBezTo>
                  <a:pt x="17859" y="87833"/>
                  <a:pt x="20860" y="84832"/>
                  <a:pt x="24557" y="84832"/>
                </a:cubicBezTo>
                <a:cubicBezTo>
                  <a:pt x="28253" y="84832"/>
                  <a:pt x="31254" y="87833"/>
                  <a:pt x="31254" y="91529"/>
                </a:cubicBezTo>
                <a:cubicBezTo>
                  <a:pt x="31254" y="95226"/>
                  <a:pt x="28253" y="98227"/>
                  <a:pt x="24557" y="98227"/>
                </a:cubicBezTo>
                <a:close/>
                <a:moveTo>
                  <a:pt x="60275" y="91529"/>
                </a:moveTo>
                <a:cubicBezTo>
                  <a:pt x="60275" y="95226"/>
                  <a:pt x="57274" y="98227"/>
                  <a:pt x="53578" y="98227"/>
                </a:cubicBezTo>
                <a:cubicBezTo>
                  <a:pt x="49882" y="98227"/>
                  <a:pt x="46881" y="95226"/>
                  <a:pt x="46881" y="91529"/>
                </a:cubicBezTo>
                <a:cubicBezTo>
                  <a:pt x="46881" y="87833"/>
                  <a:pt x="49882" y="84832"/>
                  <a:pt x="53578" y="84832"/>
                </a:cubicBezTo>
                <a:cubicBezTo>
                  <a:pt x="57274" y="84832"/>
                  <a:pt x="60275" y="87833"/>
                  <a:pt x="60275" y="91529"/>
                </a:cubicBezTo>
                <a:close/>
                <a:moveTo>
                  <a:pt x="82600" y="98227"/>
                </a:moveTo>
                <a:cubicBezTo>
                  <a:pt x="78903" y="98227"/>
                  <a:pt x="75902" y="95226"/>
                  <a:pt x="75902" y="91529"/>
                </a:cubicBezTo>
                <a:cubicBezTo>
                  <a:pt x="75902" y="87833"/>
                  <a:pt x="78903" y="84832"/>
                  <a:pt x="82600" y="84832"/>
                </a:cubicBezTo>
                <a:cubicBezTo>
                  <a:pt x="86296" y="84832"/>
                  <a:pt x="89297" y="87833"/>
                  <a:pt x="89297" y="91529"/>
                </a:cubicBezTo>
                <a:cubicBezTo>
                  <a:pt x="89297" y="95226"/>
                  <a:pt x="86296" y="98227"/>
                  <a:pt x="82600" y="98227"/>
                </a:cubicBezTo>
                <a:close/>
                <a:moveTo>
                  <a:pt x="17859" y="118318"/>
                </a:moveTo>
                <a:cubicBezTo>
                  <a:pt x="17859" y="114607"/>
                  <a:pt x="20845" y="111621"/>
                  <a:pt x="24557" y="111621"/>
                </a:cubicBezTo>
                <a:lnTo>
                  <a:pt x="55811" y="111621"/>
                </a:lnTo>
                <a:cubicBezTo>
                  <a:pt x="59522" y="111621"/>
                  <a:pt x="62508" y="114607"/>
                  <a:pt x="62508" y="118318"/>
                </a:cubicBezTo>
                <a:cubicBezTo>
                  <a:pt x="62508" y="122030"/>
                  <a:pt x="59522" y="125016"/>
                  <a:pt x="55811" y="125016"/>
                </a:cubicBezTo>
                <a:lnTo>
                  <a:pt x="24557" y="125016"/>
                </a:lnTo>
                <a:cubicBezTo>
                  <a:pt x="20845" y="125016"/>
                  <a:pt x="17859" y="122030"/>
                  <a:pt x="17859" y="118318"/>
                </a:cubicBezTo>
                <a:close/>
                <a:moveTo>
                  <a:pt x="82600" y="111621"/>
                </a:moveTo>
                <a:cubicBezTo>
                  <a:pt x="86311" y="111621"/>
                  <a:pt x="89297" y="114607"/>
                  <a:pt x="89297" y="118318"/>
                </a:cubicBezTo>
                <a:cubicBezTo>
                  <a:pt x="89297" y="122030"/>
                  <a:pt x="86311" y="125016"/>
                  <a:pt x="82600" y="125016"/>
                </a:cubicBezTo>
                <a:cubicBezTo>
                  <a:pt x="78888" y="125016"/>
                  <a:pt x="75902" y="122030"/>
                  <a:pt x="75902" y="118318"/>
                </a:cubicBezTo>
                <a:cubicBezTo>
                  <a:pt x="75902" y="114607"/>
                  <a:pt x="78888" y="111621"/>
                  <a:pt x="82600" y="11162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8545711" y="2197002"/>
            <a:ext cx="865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45711" y="2355752"/>
            <a:ext cx="8572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Calculs numériques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40117" y="2609651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14531" y="274449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8545711" y="2673151"/>
            <a:ext cx="912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45711" y="2831901"/>
            <a:ext cx="904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Requêtes complexes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0675" y="3761980"/>
            <a:ext cx="3760787" cy="2609850"/>
          </a:xfrm>
          <a:custGeom>
            <a:avLst/>
            <a:gdLst/>
            <a:ahLst/>
            <a:cxnLst/>
            <a:rect l="l" t="t" r="r" b="b"/>
            <a:pathLst>
              <a:path w="3760787" h="2609850">
                <a:moveTo>
                  <a:pt x="95260" y="0"/>
                </a:moveTo>
                <a:lnTo>
                  <a:pt x="3665528" y="0"/>
                </a:lnTo>
                <a:cubicBezTo>
                  <a:pt x="3718138" y="0"/>
                  <a:pt x="3760787" y="42649"/>
                  <a:pt x="3760787" y="95260"/>
                </a:cubicBezTo>
                <a:lnTo>
                  <a:pt x="3760787" y="2514590"/>
                </a:lnTo>
                <a:cubicBezTo>
                  <a:pt x="3760787" y="2567201"/>
                  <a:pt x="3718138" y="2609850"/>
                  <a:pt x="3665528" y="2609850"/>
                </a:cubicBezTo>
                <a:lnTo>
                  <a:pt x="95260" y="2609850"/>
                </a:lnTo>
                <a:cubicBezTo>
                  <a:pt x="42649" y="2609850"/>
                  <a:pt x="0" y="2567201"/>
                  <a:pt x="0" y="251459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0850" y="389215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561975" y="400327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927100" y="3971529"/>
            <a:ext cx="1325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50850" y="4400154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16334" y="4534991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98227" y="0"/>
                </a:moveTo>
                <a:cubicBezTo>
                  <a:pt x="98227" y="-4939"/>
                  <a:pt x="94236" y="-8930"/>
                  <a:pt x="89297" y="-8930"/>
                </a:cubicBezTo>
                <a:cubicBezTo>
                  <a:pt x="84358" y="-8930"/>
                  <a:pt x="80367" y="-4939"/>
                  <a:pt x="80367" y="0"/>
                </a:cubicBezTo>
                <a:lnTo>
                  <a:pt x="80367" y="17859"/>
                </a:lnTo>
                <a:lnTo>
                  <a:pt x="53578" y="17859"/>
                </a:lnTo>
                <a:cubicBezTo>
                  <a:pt x="38788" y="17859"/>
                  <a:pt x="26789" y="29859"/>
                  <a:pt x="26789" y="44648"/>
                </a:cubicBezTo>
                <a:lnTo>
                  <a:pt x="26789" y="107156"/>
                </a:lnTo>
                <a:cubicBezTo>
                  <a:pt x="26789" y="121946"/>
                  <a:pt x="38788" y="133945"/>
                  <a:pt x="53578" y="133945"/>
                </a:cubicBezTo>
                <a:lnTo>
                  <a:pt x="125016" y="133945"/>
                </a:lnTo>
                <a:cubicBezTo>
                  <a:pt x="139805" y="133945"/>
                  <a:pt x="151805" y="121946"/>
                  <a:pt x="151805" y="107156"/>
                </a:cubicBezTo>
                <a:lnTo>
                  <a:pt x="151805" y="44648"/>
                </a:lnTo>
                <a:cubicBezTo>
                  <a:pt x="151805" y="29859"/>
                  <a:pt x="139805" y="17859"/>
                  <a:pt x="125016" y="17859"/>
                </a:cubicBezTo>
                <a:lnTo>
                  <a:pt x="98227" y="17859"/>
                </a:lnTo>
                <a:lnTo>
                  <a:pt x="98227" y="0"/>
                </a:lnTo>
                <a:close/>
                <a:moveTo>
                  <a:pt x="44648" y="102691"/>
                </a:moveTo>
                <a:cubicBezTo>
                  <a:pt x="44648" y="98980"/>
                  <a:pt x="47634" y="95994"/>
                  <a:pt x="51346" y="95994"/>
                </a:cubicBezTo>
                <a:lnTo>
                  <a:pt x="60275" y="95994"/>
                </a:lnTo>
                <a:cubicBezTo>
                  <a:pt x="63987" y="95994"/>
                  <a:pt x="66973" y="98980"/>
                  <a:pt x="66973" y="102691"/>
                </a:cubicBezTo>
                <a:cubicBezTo>
                  <a:pt x="66973" y="106403"/>
                  <a:pt x="63987" y="109389"/>
                  <a:pt x="60275" y="109389"/>
                </a:cubicBezTo>
                <a:lnTo>
                  <a:pt x="51346" y="109389"/>
                </a:lnTo>
                <a:cubicBezTo>
                  <a:pt x="47634" y="109389"/>
                  <a:pt x="44648" y="106403"/>
                  <a:pt x="44648" y="102691"/>
                </a:cubicBezTo>
                <a:close/>
                <a:moveTo>
                  <a:pt x="78135" y="102691"/>
                </a:moveTo>
                <a:cubicBezTo>
                  <a:pt x="78135" y="98980"/>
                  <a:pt x="81121" y="95994"/>
                  <a:pt x="84832" y="95994"/>
                </a:cubicBezTo>
                <a:lnTo>
                  <a:pt x="93762" y="95994"/>
                </a:lnTo>
                <a:cubicBezTo>
                  <a:pt x="97473" y="95994"/>
                  <a:pt x="100459" y="98980"/>
                  <a:pt x="100459" y="102691"/>
                </a:cubicBezTo>
                <a:cubicBezTo>
                  <a:pt x="100459" y="106403"/>
                  <a:pt x="97473" y="109389"/>
                  <a:pt x="93762" y="109389"/>
                </a:cubicBezTo>
                <a:lnTo>
                  <a:pt x="84832" y="109389"/>
                </a:lnTo>
                <a:cubicBezTo>
                  <a:pt x="81121" y="109389"/>
                  <a:pt x="78135" y="106403"/>
                  <a:pt x="78135" y="102691"/>
                </a:cubicBezTo>
                <a:close/>
                <a:moveTo>
                  <a:pt x="111621" y="102691"/>
                </a:moveTo>
                <a:cubicBezTo>
                  <a:pt x="111621" y="98980"/>
                  <a:pt x="114607" y="95994"/>
                  <a:pt x="118318" y="95994"/>
                </a:cubicBezTo>
                <a:lnTo>
                  <a:pt x="127248" y="95994"/>
                </a:lnTo>
                <a:cubicBezTo>
                  <a:pt x="130959" y="95994"/>
                  <a:pt x="133945" y="98980"/>
                  <a:pt x="133945" y="102691"/>
                </a:cubicBezTo>
                <a:cubicBezTo>
                  <a:pt x="133945" y="106403"/>
                  <a:pt x="130959" y="109389"/>
                  <a:pt x="127248" y="109389"/>
                </a:cubicBezTo>
                <a:lnTo>
                  <a:pt x="118318" y="109389"/>
                </a:lnTo>
                <a:cubicBezTo>
                  <a:pt x="114607" y="109389"/>
                  <a:pt x="111621" y="106403"/>
                  <a:pt x="111621" y="102691"/>
                </a:cubicBezTo>
                <a:close/>
                <a:moveTo>
                  <a:pt x="62508" y="49113"/>
                </a:moveTo>
                <a:cubicBezTo>
                  <a:pt x="69900" y="49113"/>
                  <a:pt x="75902" y="55115"/>
                  <a:pt x="75902" y="62508"/>
                </a:cubicBezTo>
                <a:cubicBezTo>
                  <a:pt x="75902" y="69900"/>
                  <a:pt x="69900" y="75902"/>
                  <a:pt x="62508" y="75902"/>
                </a:cubicBezTo>
                <a:cubicBezTo>
                  <a:pt x="55115" y="75902"/>
                  <a:pt x="49113" y="69900"/>
                  <a:pt x="49113" y="62508"/>
                </a:cubicBezTo>
                <a:cubicBezTo>
                  <a:pt x="49113" y="55115"/>
                  <a:pt x="55115" y="49113"/>
                  <a:pt x="62508" y="49113"/>
                </a:cubicBezTo>
                <a:close/>
                <a:moveTo>
                  <a:pt x="102691" y="62508"/>
                </a:moveTo>
                <a:cubicBezTo>
                  <a:pt x="102691" y="55115"/>
                  <a:pt x="108693" y="49113"/>
                  <a:pt x="116086" y="49113"/>
                </a:cubicBezTo>
                <a:cubicBezTo>
                  <a:pt x="123479" y="49113"/>
                  <a:pt x="129480" y="55115"/>
                  <a:pt x="129480" y="62508"/>
                </a:cubicBezTo>
                <a:cubicBezTo>
                  <a:pt x="129480" y="69900"/>
                  <a:pt x="123479" y="75902"/>
                  <a:pt x="116086" y="75902"/>
                </a:cubicBezTo>
                <a:cubicBezTo>
                  <a:pt x="108693" y="75902"/>
                  <a:pt x="102691" y="69900"/>
                  <a:pt x="102691" y="62508"/>
                </a:cubicBezTo>
                <a:close/>
                <a:moveTo>
                  <a:pt x="17859" y="62508"/>
                </a:moveTo>
                <a:cubicBezTo>
                  <a:pt x="17859" y="57569"/>
                  <a:pt x="13869" y="53578"/>
                  <a:pt x="8930" y="53578"/>
                </a:cubicBezTo>
                <a:cubicBezTo>
                  <a:pt x="3990" y="53578"/>
                  <a:pt x="0" y="57569"/>
                  <a:pt x="0" y="62508"/>
                </a:cubicBezTo>
                <a:lnTo>
                  <a:pt x="0" y="89297"/>
                </a:lnTo>
                <a:cubicBezTo>
                  <a:pt x="0" y="94236"/>
                  <a:pt x="3990" y="98227"/>
                  <a:pt x="8930" y="98227"/>
                </a:cubicBezTo>
                <a:cubicBezTo>
                  <a:pt x="13869" y="98227"/>
                  <a:pt x="17859" y="94236"/>
                  <a:pt x="17859" y="89297"/>
                </a:cubicBezTo>
                <a:lnTo>
                  <a:pt x="17859" y="62508"/>
                </a:lnTo>
                <a:close/>
                <a:moveTo>
                  <a:pt x="169664" y="53578"/>
                </a:moveTo>
                <a:cubicBezTo>
                  <a:pt x="164725" y="53578"/>
                  <a:pt x="160734" y="57569"/>
                  <a:pt x="160734" y="62508"/>
                </a:cubicBezTo>
                <a:lnTo>
                  <a:pt x="160734" y="89297"/>
                </a:lnTo>
                <a:cubicBezTo>
                  <a:pt x="160734" y="94236"/>
                  <a:pt x="164725" y="98227"/>
                  <a:pt x="169664" y="98227"/>
                </a:cubicBezTo>
                <a:cubicBezTo>
                  <a:pt x="174603" y="98227"/>
                  <a:pt x="178594" y="94236"/>
                  <a:pt x="178594" y="89297"/>
                </a:cubicBezTo>
                <a:lnTo>
                  <a:pt x="178594" y="62508"/>
                </a:lnTo>
                <a:cubicBezTo>
                  <a:pt x="178594" y="57569"/>
                  <a:pt x="174603" y="53578"/>
                  <a:pt x="169664" y="5357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9" name="Text 57"/>
          <p:cNvSpPr/>
          <p:nvPr/>
        </p:nvSpPr>
        <p:spPr>
          <a:xfrm>
            <a:off x="756444" y="4463654"/>
            <a:ext cx="603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56444" y="4622404"/>
            <a:ext cx="595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classique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50850" y="4876303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43123" y="501114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1"/>
          <p:cNvSpPr/>
          <p:nvPr/>
        </p:nvSpPr>
        <p:spPr>
          <a:xfrm>
            <a:off x="756444" y="4939803"/>
            <a:ext cx="785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6444" y="5098553"/>
            <a:ext cx="777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0850" y="5352456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52053" y="5487293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756444" y="5415956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56444" y="5574706"/>
            <a:ext cx="1000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optimisée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50850" y="5828605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525264" y="5963446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80367" y="8930"/>
                </a:moveTo>
                <a:cubicBezTo>
                  <a:pt x="57820" y="8930"/>
                  <a:pt x="39765" y="19199"/>
                  <a:pt x="26622" y="31421"/>
                </a:cubicBezTo>
                <a:cubicBezTo>
                  <a:pt x="13562" y="43560"/>
                  <a:pt x="4828" y="58043"/>
                  <a:pt x="670" y="68005"/>
                </a:cubicBezTo>
                <a:cubicBezTo>
                  <a:pt x="-251" y="70210"/>
                  <a:pt x="-251" y="72665"/>
                  <a:pt x="670" y="74870"/>
                </a:cubicBezTo>
                <a:cubicBezTo>
                  <a:pt x="4828" y="84832"/>
                  <a:pt x="13562" y="99343"/>
                  <a:pt x="26622" y="111454"/>
                </a:cubicBezTo>
                <a:cubicBezTo>
                  <a:pt x="39765" y="123648"/>
                  <a:pt x="57820" y="133945"/>
                  <a:pt x="80367" y="133945"/>
                </a:cubicBezTo>
                <a:cubicBezTo>
                  <a:pt x="102915" y="133945"/>
                  <a:pt x="120969" y="123676"/>
                  <a:pt x="134113" y="111454"/>
                </a:cubicBezTo>
                <a:cubicBezTo>
                  <a:pt x="147172" y="99315"/>
                  <a:pt x="155907" y="84832"/>
                  <a:pt x="160065" y="74870"/>
                </a:cubicBezTo>
                <a:cubicBezTo>
                  <a:pt x="160986" y="72665"/>
                  <a:pt x="160986" y="70210"/>
                  <a:pt x="160065" y="68005"/>
                </a:cubicBezTo>
                <a:cubicBezTo>
                  <a:pt x="155907" y="58043"/>
                  <a:pt x="147172" y="43532"/>
                  <a:pt x="134113" y="31421"/>
                </a:cubicBezTo>
                <a:cubicBezTo>
                  <a:pt x="120969" y="19227"/>
                  <a:pt x="102915" y="8930"/>
                  <a:pt x="80367" y="8930"/>
                </a:cubicBezTo>
                <a:close/>
                <a:moveTo>
                  <a:pt x="40184" y="71438"/>
                </a:moveTo>
                <a:cubicBezTo>
                  <a:pt x="40184" y="49260"/>
                  <a:pt x="58189" y="31254"/>
                  <a:pt x="80367" y="31254"/>
                </a:cubicBezTo>
                <a:cubicBezTo>
                  <a:pt x="102545" y="31254"/>
                  <a:pt x="120551" y="49260"/>
                  <a:pt x="120551" y="71438"/>
                </a:cubicBezTo>
                <a:cubicBezTo>
                  <a:pt x="120551" y="93615"/>
                  <a:pt x="102545" y="111621"/>
                  <a:pt x="80367" y="111621"/>
                </a:cubicBezTo>
                <a:cubicBezTo>
                  <a:pt x="58189" y="111621"/>
                  <a:pt x="40184" y="93615"/>
                  <a:pt x="40184" y="71438"/>
                </a:cubicBezTo>
                <a:close/>
                <a:moveTo>
                  <a:pt x="80367" y="53578"/>
                </a:moveTo>
                <a:cubicBezTo>
                  <a:pt x="80367" y="63429"/>
                  <a:pt x="72358" y="71438"/>
                  <a:pt x="62508" y="71438"/>
                </a:cubicBezTo>
                <a:cubicBezTo>
                  <a:pt x="59299" y="71438"/>
                  <a:pt x="56285" y="70600"/>
                  <a:pt x="53662" y="69093"/>
                </a:cubicBezTo>
                <a:cubicBezTo>
                  <a:pt x="53383" y="72135"/>
                  <a:pt x="53634" y="75261"/>
                  <a:pt x="54471" y="78358"/>
                </a:cubicBezTo>
                <a:cubicBezTo>
                  <a:pt x="58294" y="92646"/>
                  <a:pt x="73000" y="101129"/>
                  <a:pt x="87288" y="97306"/>
                </a:cubicBezTo>
                <a:cubicBezTo>
                  <a:pt x="101575" y="93483"/>
                  <a:pt x="110058" y="78777"/>
                  <a:pt x="106235" y="64489"/>
                </a:cubicBezTo>
                <a:cubicBezTo>
                  <a:pt x="102831" y="51736"/>
                  <a:pt x="90748" y="43616"/>
                  <a:pt x="78023" y="44732"/>
                </a:cubicBezTo>
                <a:cubicBezTo>
                  <a:pt x="79502" y="47327"/>
                  <a:pt x="80367" y="50341"/>
                  <a:pt x="80367" y="5357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756444" y="5892105"/>
            <a:ext cx="54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56444" y="6050855"/>
            <a:ext cx="539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Explicabilité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4215309" y="3761980"/>
            <a:ext cx="3760787" cy="2609850"/>
          </a:xfrm>
          <a:custGeom>
            <a:avLst/>
            <a:gdLst/>
            <a:ahLst/>
            <a:cxnLst/>
            <a:rect l="l" t="t" r="r" b="b"/>
            <a:pathLst>
              <a:path w="3760787" h="2609850">
                <a:moveTo>
                  <a:pt x="95260" y="0"/>
                </a:moveTo>
                <a:lnTo>
                  <a:pt x="3665528" y="0"/>
                </a:lnTo>
                <a:cubicBezTo>
                  <a:pt x="3718138" y="0"/>
                  <a:pt x="3760787" y="42649"/>
                  <a:pt x="3760787" y="95260"/>
                </a:cubicBezTo>
                <a:lnTo>
                  <a:pt x="3760787" y="2514590"/>
                </a:lnTo>
                <a:cubicBezTo>
                  <a:pt x="3760787" y="2567201"/>
                  <a:pt x="3718138" y="2609850"/>
                  <a:pt x="3665528" y="2609850"/>
                </a:cubicBezTo>
                <a:lnTo>
                  <a:pt x="95260" y="2609850"/>
                </a:lnTo>
                <a:cubicBezTo>
                  <a:pt x="42649" y="2609850"/>
                  <a:pt x="0" y="2567201"/>
                  <a:pt x="0" y="251459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45484" y="389215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446687" y="4003279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6" name="Text 74"/>
          <p:cNvSpPr/>
          <p:nvPr/>
        </p:nvSpPr>
        <p:spPr>
          <a:xfrm>
            <a:off x="4821734" y="3971529"/>
            <a:ext cx="1293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&amp; Visualisation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4345484" y="4400154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428828" y="453499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35719" y="26789"/>
                </a:moveTo>
                <a:cubicBezTo>
                  <a:pt x="35719" y="21850"/>
                  <a:pt x="39709" y="17859"/>
                  <a:pt x="44648" y="17859"/>
                </a:cubicBezTo>
                <a:lnTo>
                  <a:pt x="98227" y="17859"/>
                </a:lnTo>
                <a:cubicBezTo>
                  <a:pt x="103166" y="17859"/>
                  <a:pt x="107156" y="21850"/>
                  <a:pt x="107156" y="26789"/>
                </a:cubicBezTo>
                <a:cubicBezTo>
                  <a:pt x="107156" y="31728"/>
                  <a:pt x="103166" y="35719"/>
                  <a:pt x="98227" y="35719"/>
                </a:cubicBezTo>
                <a:lnTo>
                  <a:pt x="44648" y="35719"/>
                </a:lnTo>
                <a:cubicBezTo>
                  <a:pt x="39709" y="35719"/>
                  <a:pt x="35719" y="31728"/>
                  <a:pt x="35719" y="26789"/>
                </a:cubicBezTo>
                <a:close/>
                <a:moveTo>
                  <a:pt x="44648" y="49113"/>
                </a:moveTo>
                <a:lnTo>
                  <a:pt x="80367" y="49113"/>
                </a:lnTo>
                <a:cubicBezTo>
                  <a:pt x="85306" y="49113"/>
                  <a:pt x="89297" y="53104"/>
                  <a:pt x="89297" y="58043"/>
                </a:cubicBezTo>
                <a:cubicBezTo>
                  <a:pt x="89297" y="62982"/>
                  <a:pt x="85306" y="66973"/>
                  <a:pt x="80367" y="66973"/>
                </a:cubicBezTo>
                <a:lnTo>
                  <a:pt x="44648" y="66973"/>
                </a:lnTo>
                <a:cubicBezTo>
                  <a:pt x="39709" y="66973"/>
                  <a:pt x="35719" y="62982"/>
                  <a:pt x="35719" y="58043"/>
                </a:cubicBezTo>
                <a:cubicBezTo>
                  <a:pt x="35719" y="53104"/>
                  <a:pt x="39709" y="49113"/>
                  <a:pt x="44648" y="49113"/>
                </a:cubicBezTo>
                <a:close/>
                <a:moveTo>
                  <a:pt x="44648" y="80367"/>
                </a:moveTo>
                <a:lnTo>
                  <a:pt x="116086" y="80367"/>
                </a:lnTo>
                <a:cubicBezTo>
                  <a:pt x="121025" y="80367"/>
                  <a:pt x="125016" y="84358"/>
                  <a:pt x="125016" y="89297"/>
                </a:cubicBezTo>
                <a:cubicBezTo>
                  <a:pt x="125016" y="94236"/>
                  <a:pt x="121025" y="98227"/>
                  <a:pt x="116086" y="98227"/>
                </a:cubicBezTo>
                <a:lnTo>
                  <a:pt x="44648" y="98227"/>
                </a:lnTo>
                <a:cubicBezTo>
                  <a:pt x="39709" y="98227"/>
                  <a:pt x="35719" y="94236"/>
                  <a:pt x="35719" y="89297"/>
                </a:cubicBezTo>
                <a:cubicBezTo>
                  <a:pt x="35719" y="84358"/>
                  <a:pt x="39709" y="80367"/>
                  <a:pt x="44648" y="8036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9" name="Text 77"/>
          <p:cNvSpPr/>
          <p:nvPr/>
        </p:nvSpPr>
        <p:spPr>
          <a:xfrm>
            <a:off x="4651078" y="4463654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651078" y="4622404"/>
            <a:ext cx="9128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Microsoft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345484" y="4876303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428828" y="5011144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3" name="Text 81"/>
          <p:cNvSpPr/>
          <p:nvPr/>
        </p:nvSpPr>
        <p:spPr>
          <a:xfrm>
            <a:off x="4651078" y="4939803"/>
            <a:ext cx="1016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Tableau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51078" y="5098553"/>
            <a:ext cx="10080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Visualisations avancées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4345484" y="5352456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4437757" y="5487293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21571" y="698"/>
                </a:moveTo>
                <a:cubicBezTo>
                  <a:pt x="23831" y="-446"/>
                  <a:pt x="26566" y="-195"/>
                  <a:pt x="28575" y="1339"/>
                </a:cubicBezTo>
                <a:lnTo>
                  <a:pt x="117872" y="68284"/>
                </a:lnTo>
                <a:cubicBezTo>
                  <a:pt x="120188" y="70014"/>
                  <a:pt x="121109" y="73028"/>
                  <a:pt x="120216" y="75763"/>
                </a:cubicBezTo>
                <a:cubicBezTo>
                  <a:pt x="119323" y="78498"/>
                  <a:pt x="116756" y="80339"/>
                  <a:pt x="113854" y="80339"/>
                </a:cubicBezTo>
                <a:lnTo>
                  <a:pt x="71354" y="80339"/>
                </a:lnTo>
                <a:lnTo>
                  <a:pt x="96162" y="129927"/>
                </a:lnTo>
                <a:cubicBezTo>
                  <a:pt x="98366" y="134336"/>
                  <a:pt x="96580" y="139694"/>
                  <a:pt x="92171" y="141898"/>
                </a:cubicBezTo>
                <a:cubicBezTo>
                  <a:pt x="87762" y="144103"/>
                  <a:pt x="82404" y="142317"/>
                  <a:pt x="80200" y="137908"/>
                </a:cubicBezTo>
                <a:lnTo>
                  <a:pt x="55392" y="88320"/>
                </a:lnTo>
                <a:lnTo>
                  <a:pt x="29914" y="122309"/>
                </a:lnTo>
                <a:cubicBezTo>
                  <a:pt x="28184" y="124625"/>
                  <a:pt x="25171" y="125546"/>
                  <a:pt x="22436" y="124653"/>
                </a:cubicBezTo>
                <a:cubicBezTo>
                  <a:pt x="19701" y="123760"/>
                  <a:pt x="17859" y="121193"/>
                  <a:pt x="17859" y="118318"/>
                </a:cubicBezTo>
                <a:lnTo>
                  <a:pt x="17859" y="6697"/>
                </a:lnTo>
                <a:cubicBezTo>
                  <a:pt x="17859" y="4158"/>
                  <a:pt x="19283" y="1842"/>
                  <a:pt x="21571" y="69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7" name="Text 85"/>
          <p:cNvSpPr/>
          <p:nvPr/>
        </p:nvSpPr>
        <p:spPr>
          <a:xfrm>
            <a:off x="4651078" y="5415956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Interactif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4651078" y="5574706"/>
            <a:ext cx="817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Filtres dynamiques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109942" y="3761980"/>
            <a:ext cx="3760787" cy="2609850"/>
          </a:xfrm>
          <a:custGeom>
            <a:avLst/>
            <a:gdLst/>
            <a:ahLst/>
            <a:cxnLst/>
            <a:rect l="l" t="t" r="r" b="b"/>
            <a:pathLst>
              <a:path w="3760787" h="2609850">
                <a:moveTo>
                  <a:pt x="95260" y="0"/>
                </a:moveTo>
                <a:lnTo>
                  <a:pt x="3665528" y="0"/>
                </a:lnTo>
                <a:cubicBezTo>
                  <a:pt x="3718138" y="0"/>
                  <a:pt x="3760787" y="42649"/>
                  <a:pt x="3760787" y="95260"/>
                </a:cubicBezTo>
                <a:lnTo>
                  <a:pt x="3760787" y="2514590"/>
                </a:lnTo>
                <a:cubicBezTo>
                  <a:pt x="3760787" y="2567201"/>
                  <a:pt x="3718138" y="2609850"/>
                  <a:pt x="3665528" y="2609850"/>
                </a:cubicBezTo>
                <a:lnTo>
                  <a:pt x="95260" y="2609850"/>
                </a:lnTo>
                <a:cubicBezTo>
                  <a:pt x="42649" y="2609850"/>
                  <a:pt x="0" y="2567201"/>
                  <a:pt x="0" y="2514590"/>
                </a:cubicBezTo>
                <a:lnTo>
                  <a:pt x="0" y="95260"/>
                </a:lnTo>
                <a:cubicBezTo>
                  <a:pt x="0" y="42684"/>
                  <a:pt x="42684" y="0"/>
                  <a:pt x="9526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40117" y="389215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351242" y="400327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2" name="Text 90"/>
          <p:cNvSpPr/>
          <p:nvPr/>
        </p:nvSpPr>
        <p:spPr>
          <a:xfrm>
            <a:off x="8716367" y="3971529"/>
            <a:ext cx="191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Versioning &amp; Déploiement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240117" y="4400154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332391" y="4534991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2672" y="65884"/>
                </a:moveTo>
                <a:lnTo>
                  <a:pt x="68089" y="11302"/>
                </a:lnTo>
                <a:cubicBezTo>
                  <a:pt x="66582" y="9767"/>
                  <a:pt x="64517" y="8930"/>
                  <a:pt x="62396" y="8930"/>
                </a:cubicBezTo>
                <a:cubicBezTo>
                  <a:pt x="60275" y="8930"/>
                  <a:pt x="58210" y="9767"/>
                  <a:pt x="56704" y="11274"/>
                </a:cubicBezTo>
                <a:lnTo>
                  <a:pt x="45346" y="22603"/>
                </a:lnTo>
                <a:lnTo>
                  <a:pt x="59717" y="36974"/>
                </a:lnTo>
                <a:cubicBezTo>
                  <a:pt x="67280" y="34435"/>
                  <a:pt x="74423" y="41663"/>
                  <a:pt x="71828" y="49169"/>
                </a:cubicBezTo>
                <a:lnTo>
                  <a:pt x="85697" y="63038"/>
                </a:lnTo>
                <a:cubicBezTo>
                  <a:pt x="95241" y="59745"/>
                  <a:pt x="102775" y="71689"/>
                  <a:pt x="95603" y="78860"/>
                </a:cubicBezTo>
                <a:cubicBezTo>
                  <a:pt x="88209" y="86255"/>
                  <a:pt x="76014" y="78051"/>
                  <a:pt x="79977" y="68452"/>
                </a:cubicBezTo>
                <a:lnTo>
                  <a:pt x="67056" y="55531"/>
                </a:lnTo>
                <a:lnTo>
                  <a:pt x="67056" y="89548"/>
                </a:lnTo>
                <a:cubicBezTo>
                  <a:pt x="74116" y="93036"/>
                  <a:pt x="73279" y="101212"/>
                  <a:pt x="69596" y="104896"/>
                </a:cubicBezTo>
                <a:cubicBezTo>
                  <a:pt x="67810" y="106682"/>
                  <a:pt x="65354" y="107714"/>
                  <a:pt x="62815" y="107714"/>
                </a:cubicBezTo>
                <a:cubicBezTo>
                  <a:pt x="60275" y="107714"/>
                  <a:pt x="57848" y="106710"/>
                  <a:pt x="56034" y="104896"/>
                </a:cubicBezTo>
                <a:cubicBezTo>
                  <a:pt x="51122" y="99985"/>
                  <a:pt x="52936" y="91808"/>
                  <a:pt x="59159" y="89269"/>
                </a:cubicBezTo>
                <a:lnTo>
                  <a:pt x="59159" y="54945"/>
                </a:lnTo>
                <a:cubicBezTo>
                  <a:pt x="53355" y="52574"/>
                  <a:pt x="52294" y="46379"/>
                  <a:pt x="53969" y="42388"/>
                </a:cubicBezTo>
                <a:lnTo>
                  <a:pt x="39793" y="28184"/>
                </a:lnTo>
                <a:lnTo>
                  <a:pt x="2372" y="65605"/>
                </a:lnTo>
                <a:cubicBezTo>
                  <a:pt x="837" y="67140"/>
                  <a:pt x="0" y="69177"/>
                  <a:pt x="0" y="71298"/>
                </a:cubicBezTo>
                <a:cubicBezTo>
                  <a:pt x="0" y="73419"/>
                  <a:pt x="837" y="75484"/>
                  <a:pt x="2372" y="76991"/>
                </a:cubicBezTo>
                <a:lnTo>
                  <a:pt x="56955" y="131601"/>
                </a:lnTo>
                <a:cubicBezTo>
                  <a:pt x="58462" y="133108"/>
                  <a:pt x="60499" y="133945"/>
                  <a:pt x="62647" y="133945"/>
                </a:cubicBezTo>
                <a:cubicBezTo>
                  <a:pt x="64796" y="133945"/>
                  <a:pt x="66833" y="133108"/>
                  <a:pt x="68340" y="131601"/>
                </a:cubicBezTo>
                <a:lnTo>
                  <a:pt x="122672" y="77270"/>
                </a:lnTo>
                <a:cubicBezTo>
                  <a:pt x="124178" y="75763"/>
                  <a:pt x="125016" y="73698"/>
                  <a:pt x="125016" y="71577"/>
                </a:cubicBezTo>
                <a:cubicBezTo>
                  <a:pt x="125016" y="69456"/>
                  <a:pt x="124178" y="67391"/>
                  <a:pt x="122672" y="6588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5" name="Text 93"/>
          <p:cNvSpPr/>
          <p:nvPr/>
        </p:nvSpPr>
        <p:spPr>
          <a:xfrm>
            <a:off x="8545711" y="4463654"/>
            <a:ext cx="722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8545711" y="4622404"/>
            <a:ext cx="714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Versioning code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8240117" y="4876303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332391" y="501114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80367" y="0"/>
                </a:moveTo>
                <a:lnTo>
                  <a:pt x="35719" y="0"/>
                </a:lnTo>
                <a:cubicBezTo>
                  <a:pt x="30780" y="0"/>
                  <a:pt x="26789" y="3990"/>
                  <a:pt x="26789" y="8930"/>
                </a:cubicBezTo>
                <a:cubicBezTo>
                  <a:pt x="26789" y="13869"/>
                  <a:pt x="30780" y="17859"/>
                  <a:pt x="35719" y="17859"/>
                </a:cubicBezTo>
                <a:lnTo>
                  <a:pt x="35719" y="60136"/>
                </a:lnTo>
                <a:lnTo>
                  <a:pt x="2093" y="118960"/>
                </a:lnTo>
                <a:cubicBezTo>
                  <a:pt x="726" y="121388"/>
                  <a:pt x="0" y="124095"/>
                  <a:pt x="0" y="126885"/>
                </a:cubicBezTo>
                <a:cubicBezTo>
                  <a:pt x="0" y="135731"/>
                  <a:pt x="7144" y="142875"/>
                  <a:pt x="15990" y="142875"/>
                </a:cubicBezTo>
                <a:lnTo>
                  <a:pt x="109026" y="142875"/>
                </a:lnTo>
                <a:cubicBezTo>
                  <a:pt x="117844" y="142875"/>
                  <a:pt x="125016" y="135731"/>
                  <a:pt x="125016" y="126885"/>
                </a:cubicBezTo>
                <a:cubicBezTo>
                  <a:pt x="125016" y="124095"/>
                  <a:pt x="124290" y="121360"/>
                  <a:pt x="122923" y="118960"/>
                </a:cubicBezTo>
                <a:lnTo>
                  <a:pt x="89297" y="60136"/>
                </a:lnTo>
                <a:lnTo>
                  <a:pt x="89297" y="17859"/>
                </a:lnTo>
                <a:cubicBezTo>
                  <a:pt x="94236" y="17859"/>
                  <a:pt x="98227" y="13869"/>
                  <a:pt x="98227" y="8930"/>
                </a:cubicBezTo>
                <a:cubicBezTo>
                  <a:pt x="98227" y="3990"/>
                  <a:pt x="94236" y="0"/>
                  <a:pt x="89297" y="0"/>
                </a:cubicBezTo>
                <a:lnTo>
                  <a:pt x="80367" y="0"/>
                </a:lnTo>
                <a:close/>
                <a:moveTo>
                  <a:pt x="53578" y="60136"/>
                </a:moveTo>
                <a:lnTo>
                  <a:pt x="53578" y="17859"/>
                </a:lnTo>
                <a:lnTo>
                  <a:pt x="71438" y="17859"/>
                </a:lnTo>
                <a:lnTo>
                  <a:pt x="71438" y="60136"/>
                </a:lnTo>
                <a:cubicBezTo>
                  <a:pt x="71438" y="63233"/>
                  <a:pt x="72247" y="66303"/>
                  <a:pt x="73782" y="69010"/>
                </a:cubicBezTo>
                <a:lnTo>
                  <a:pt x="85390" y="89297"/>
                </a:lnTo>
                <a:lnTo>
                  <a:pt x="39625" y="89297"/>
                </a:lnTo>
                <a:lnTo>
                  <a:pt x="51234" y="69010"/>
                </a:lnTo>
                <a:cubicBezTo>
                  <a:pt x="52769" y="66303"/>
                  <a:pt x="53578" y="63261"/>
                  <a:pt x="53578" y="6013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9" name="Text 97"/>
          <p:cNvSpPr/>
          <p:nvPr/>
        </p:nvSpPr>
        <p:spPr>
          <a:xfrm>
            <a:off x="8545711" y="4939803"/>
            <a:ext cx="1023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MLflow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8545711" y="5098553"/>
            <a:ext cx="1016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 ML (optionnel)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240117" y="5352456"/>
            <a:ext cx="3500438" cy="412750"/>
          </a:xfrm>
          <a:custGeom>
            <a:avLst/>
            <a:gdLst/>
            <a:ahLst/>
            <a:cxnLst/>
            <a:rect l="l" t="t" r="r" b="b"/>
            <a:pathLst>
              <a:path w="3500438" h="412750">
                <a:moveTo>
                  <a:pt x="63502" y="0"/>
                </a:moveTo>
                <a:lnTo>
                  <a:pt x="3436936" y="0"/>
                </a:lnTo>
                <a:cubicBezTo>
                  <a:pt x="3472007" y="0"/>
                  <a:pt x="3500438" y="28431"/>
                  <a:pt x="3500438" y="63502"/>
                </a:cubicBezTo>
                <a:lnTo>
                  <a:pt x="3500438" y="349248"/>
                </a:lnTo>
                <a:cubicBezTo>
                  <a:pt x="3500438" y="384319"/>
                  <a:pt x="3472007" y="412750"/>
                  <a:pt x="3436936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8305602" y="548729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97641" y="65940"/>
                </a:moveTo>
                <a:lnTo>
                  <a:pt x="79195" y="65940"/>
                </a:lnTo>
                <a:lnTo>
                  <a:pt x="79195" y="49364"/>
                </a:lnTo>
                <a:lnTo>
                  <a:pt x="97641" y="49364"/>
                </a:lnTo>
                <a:lnTo>
                  <a:pt x="97641" y="65940"/>
                </a:lnTo>
                <a:close/>
                <a:moveTo>
                  <a:pt x="97641" y="8930"/>
                </a:moveTo>
                <a:lnTo>
                  <a:pt x="79195" y="8930"/>
                </a:lnTo>
                <a:lnTo>
                  <a:pt x="79195" y="25868"/>
                </a:lnTo>
                <a:lnTo>
                  <a:pt x="97641" y="25868"/>
                </a:lnTo>
                <a:lnTo>
                  <a:pt x="97641" y="8930"/>
                </a:lnTo>
                <a:close/>
                <a:moveTo>
                  <a:pt x="119462" y="49337"/>
                </a:moveTo>
                <a:lnTo>
                  <a:pt x="101017" y="49337"/>
                </a:lnTo>
                <a:lnTo>
                  <a:pt x="101017" y="65912"/>
                </a:lnTo>
                <a:lnTo>
                  <a:pt x="119462" y="65912"/>
                </a:lnTo>
                <a:lnTo>
                  <a:pt x="119462" y="49337"/>
                </a:lnTo>
                <a:close/>
                <a:moveTo>
                  <a:pt x="75847" y="29217"/>
                </a:moveTo>
                <a:lnTo>
                  <a:pt x="57401" y="29217"/>
                </a:lnTo>
                <a:lnTo>
                  <a:pt x="57401" y="45988"/>
                </a:lnTo>
                <a:lnTo>
                  <a:pt x="75847" y="45988"/>
                </a:lnTo>
                <a:lnTo>
                  <a:pt x="75847" y="29217"/>
                </a:lnTo>
                <a:close/>
                <a:moveTo>
                  <a:pt x="97641" y="29217"/>
                </a:moveTo>
                <a:lnTo>
                  <a:pt x="79195" y="29217"/>
                </a:lnTo>
                <a:lnTo>
                  <a:pt x="79195" y="45988"/>
                </a:lnTo>
                <a:lnTo>
                  <a:pt x="97641" y="45988"/>
                </a:lnTo>
                <a:lnTo>
                  <a:pt x="97641" y="29217"/>
                </a:lnTo>
                <a:close/>
                <a:moveTo>
                  <a:pt x="174882" y="57122"/>
                </a:moveTo>
                <a:cubicBezTo>
                  <a:pt x="170864" y="54415"/>
                  <a:pt x="161599" y="53439"/>
                  <a:pt x="154484" y="54778"/>
                </a:cubicBezTo>
                <a:cubicBezTo>
                  <a:pt x="153563" y="48081"/>
                  <a:pt x="149823" y="42249"/>
                  <a:pt x="143015" y="37002"/>
                </a:cubicBezTo>
                <a:lnTo>
                  <a:pt x="139108" y="34407"/>
                </a:lnTo>
                <a:lnTo>
                  <a:pt x="136513" y="38314"/>
                </a:lnTo>
                <a:cubicBezTo>
                  <a:pt x="131378" y="46072"/>
                  <a:pt x="129983" y="58852"/>
                  <a:pt x="135480" y="67280"/>
                </a:cubicBezTo>
                <a:cubicBezTo>
                  <a:pt x="133052" y="68591"/>
                  <a:pt x="128281" y="70377"/>
                  <a:pt x="121974" y="70265"/>
                </a:cubicBezTo>
                <a:lnTo>
                  <a:pt x="670" y="70265"/>
                </a:lnTo>
                <a:cubicBezTo>
                  <a:pt x="-1758" y="84441"/>
                  <a:pt x="2288" y="102859"/>
                  <a:pt x="12948" y="115500"/>
                </a:cubicBezTo>
                <a:cubicBezTo>
                  <a:pt x="23301" y="127750"/>
                  <a:pt x="38816" y="133973"/>
                  <a:pt x="59103" y="133973"/>
                </a:cubicBezTo>
                <a:cubicBezTo>
                  <a:pt x="103026" y="133973"/>
                  <a:pt x="135536" y="113742"/>
                  <a:pt x="150744" y="76991"/>
                </a:cubicBezTo>
                <a:cubicBezTo>
                  <a:pt x="156716" y="77102"/>
                  <a:pt x="169608" y="77019"/>
                  <a:pt x="176222" y="64377"/>
                </a:cubicBezTo>
                <a:cubicBezTo>
                  <a:pt x="176640" y="63680"/>
                  <a:pt x="178064" y="60694"/>
                  <a:pt x="178594" y="59606"/>
                </a:cubicBezTo>
                <a:lnTo>
                  <a:pt x="174882" y="57122"/>
                </a:lnTo>
                <a:close/>
                <a:moveTo>
                  <a:pt x="32258" y="49337"/>
                </a:moveTo>
                <a:lnTo>
                  <a:pt x="13841" y="49337"/>
                </a:lnTo>
                <a:lnTo>
                  <a:pt x="13841" y="65912"/>
                </a:lnTo>
                <a:lnTo>
                  <a:pt x="32286" y="65912"/>
                </a:lnTo>
                <a:lnTo>
                  <a:pt x="32286" y="49337"/>
                </a:lnTo>
                <a:lnTo>
                  <a:pt x="32258" y="49337"/>
                </a:lnTo>
                <a:close/>
                <a:moveTo>
                  <a:pt x="54053" y="49337"/>
                </a:moveTo>
                <a:lnTo>
                  <a:pt x="35607" y="49337"/>
                </a:lnTo>
                <a:lnTo>
                  <a:pt x="35607" y="65912"/>
                </a:lnTo>
                <a:lnTo>
                  <a:pt x="54053" y="65912"/>
                </a:lnTo>
                <a:lnTo>
                  <a:pt x="54053" y="49337"/>
                </a:lnTo>
                <a:close/>
                <a:moveTo>
                  <a:pt x="75847" y="49337"/>
                </a:moveTo>
                <a:lnTo>
                  <a:pt x="57401" y="49337"/>
                </a:lnTo>
                <a:lnTo>
                  <a:pt x="57401" y="65912"/>
                </a:lnTo>
                <a:lnTo>
                  <a:pt x="75847" y="65912"/>
                </a:lnTo>
                <a:lnTo>
                  <a:pt x="75847" y="49337"/>
                </a:lnTo>
                <a:close/>
                <a:moveTo>
                  <a:pt x="54053" y="29217"/>
                </a:moveTo>
                <a:lnTo>
                  <a:pt x="35607" y="29217"/>
                </a:lnTo>
                <a:lnTo>
                  <a:pt x="35607" y="45988"/>
                </a:lnTo>
                <a:lnTo>
                  <a:pt x="54053" y="45988"/>
                </a:lnTo>
                <a:lnTo>
                  <a:pt x="54053" y="2921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3" name="Text 101"/>
          <p:cNvSpPr/>
          <p:nvPr/>
        </p:nvSpPr>
        <p:spPr>
          <a:xfrm>
            <a:off x="8545711" y="5415956"/>
            <a:ext cx="123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8545711" y="5574706"/>
            <a:ext cx="12223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Conteneurisation (optionnel)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320675" y="6504782"/>
            <a:ext cx="11547475" cy="673100"/>
          </a:xfrm>
          <a:custGeom>
            <a:avLst/>
            <a:gdLst/>
            <a:ahLst/>
            <a:cxnLst/>
            <a:rect l="l" t="t" r="r" b="b"/>
            <a:pathLst>
              <a:path w="11547475" h="673100">
                <a:moveTo>
                  <a:pt x="95250" y="0"/>
                </a:moveTo>
                <a:lnTo>
                  <a:pt x="11452225" y="0"/>
                </a:lnTo>
                <a:cubicBezTo>
                  <a:pt x="11504830" y="0"/>
                  <a:pt x="11547475" y="42645"/>
                  <a:pt x="11547475" y="95250"/>
                </a:cubicBezTo>
                <a:lnTo>
                  <a:pt x="11547475" y="577850"/>
                </a:lnTo>
                <a:cubicBezTo>
                  <a:pt x="11547475" y="630455"/>
                  <a:pt x="11504830" y="673100"/>
                  <a:pt x="11452225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4662" y="674598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7" name="Text 105"/>
          <p:cNvSpPr/>
          <p:nvPr/>
        </p:nvSpPr>
        <p:spPr>
          <a:xfrm>
            <a:off x="784225" y="6650734"/>
            <a:ext cx="290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Technique Complète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784225" y="6872984"/>
            <a:ext cx="2889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couches fonctionnelles pour un pipeline data end-to-end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10111680" y="6634955"/>
            <a:ext cx="841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10147399" y="6920705"/>
            <a:ext cx="7699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Outils &amp; Librairies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10964367" y="6634955"/>
            <a:ext cx="833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11000085" y="6920705"/>
            <a:ext cx="76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Principal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44500" y="317500"/>
            <a:ext cx="2214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Écosystème du Projet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4500" y="476250"/>
            <a:ext cx="2301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Acteurs du Projet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019175"/>
            <a:ext cx="5689600" cy="4316413"/>
          </a:xfrm>
          <a:custGeom>
            <a:avLst/>
            <a:gdLst/>
            <a:ahLst/>
            <a:cxnLst/>
            <a:rect l="l" t="t" r="r" b="b"/>
            <a:pathLst>
              <a:path w="5689600" h="4316413">
                <a:moveTo>
                  <a:pt x="95263" y="0"/>
                </a:moveTo>
                <a:lnTo>
                  <a:pt x="5594337" y="0"/>
                </a:lnTo>
                <a:cubicBezTo>
                  <a:pt x="5646949" y="0"/>
                  <a:pt x="5689600" y="42651"/>
                  <a:pt x="5689600" y="95263"/>
                </a:cubicBezTo>
                <a:lnTo>
                  <a:pt x="5689600" y="4221149"/>
                </a:lnTo>
                <a:cubicBezTo>
                  <a:pt x="5689600" y="4273762"/>
                  <a:pt x="5646949" y="4316413"/>
                  <a:pt x="5594337" y="4316413"/>
                </a:cubicBezTo>
                <a:lnTo>
                  <a:pt x="95263" y="4316413"/>
                </a:lnTo>
                <a:cubicBezTo>
                  <a:pt x="42651" y="4316413"/>
                  <a:pt x="0" y="4273762"/>
                  <a:pt x="0" y="4221149"/>
                </a:cubicBezTo>
                <a:lnTo>
                  <a:pt x="0" y="95263"/>
                </a:lnTo>
                <a:cubicBezTo>
                  <a:pt x="0" y="42686"/>
                  <a:pt x="42686" y="0"/>
                  <a:pt x="95263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73881" y="1292227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58850" y="1244602"/>
            <a:ext cx="1643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Utilisateurs Finaux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5775" y="1692277"/>
            <a:ext cx="5364163" cy="601663"/>
          </a:xfrm>
          <a:custGeom>
            <a:avLst/>
            <a:gdLst/>
            <a:ahLst/>
            <a:cxnLst/>
            <a:rect l="l" t="t" r="r" b="b"/>
            <a:pathLst>
              <a:path w="5364163" h="601663">
                <a:moveTo>
                  <a:pt x="63499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499"/>
                </a:cubicBezTo>
                <a:lnTo>
                  <a:pt x="5364163" y="538163"/>
                </a:lnTo>
                <a:cubicBezTo>
                  <a:pt x="5364163" y="573233"/>
                  <a:pt x="5335733" y="601663"/>
                  <a:pt x="5300663" y="601663"/>
                </a:cubicBezTo>
                <a:lnTo>
                  <a:pt x="63499" y="601663"/>
                </a:lnTo>
                <a:cubicBezTo>
                  <a:pt x="28430" y="601663"/>
                  <a:pt x="0" y="573233"/>
                  <a:pt x="0" y="538163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200" y="179070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79450" y="18859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96950" y="1790701"/>
            <a:ext cx="4230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Analystes Sportifs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950" y="2012951"/>
            <a:ext cx="4222750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Professionnels cherchant des insights data-driven pour l'analyse tactique et stratégique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5775" y="2393552"/>
            <a:ext cx="5364163" cy="601663"/>
          </a:xfrm>
          <a:custGeom>
            <a:avLst/>
            <a:gdLst/>
            <a:ahLst/>
            <a:cxnLst/>
            <a:rect l="l" t="t" r="r" b="b"/>
            <a:pathLst>
              <a:path w="5364163" h="601663">
                <a:moveTo>
                  <a:pt x="63499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499"/>
                </a:cubicBezTo>
                <a:lnTo>
                  <a:pt x="5364163" y="538163"/>
                </a:lnTo>
                <a:cubicBezTo>
                  <a:pt x="5364163" y="573233"/>
                  <a:pt x="5335733" y="601663"/>
                  <a:pt x="5300663" y="601663"/>
                </a:cubicBezTo>
                <a:lnTo>
                  <a:pt x="63499" y="601663"/>
                </a:lnTo>
                <a:cubicBezTo>
                  <a:pt x="28430" y="601663"/>
                  <a:pt x="0" y="573233"/>
                  <a:pt x="0" y="538163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200" y="249198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9450" y="258723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03188"/>
                </a:moveTo>
                <a:lnTo>
                  <a:pt x="0" y="29766"/>
                </a:lnTo>
                <a:cubicBezTo>
                  <a:pt x="0" y="26467"/>
                  <a:pt x="2654" y="23812"/>
                  <a:pt x="5953" y="23812"/>
                </a:cubicBezTo>
                <a:cubicBezTo>
                  <a:pt x="9252" y="23812"/>
                  <a:pt x="11906" y="26467"/>
                  <a:pt x="11906" y="29766"/>
                </a:cubicBezTo>
                <a:lnTo>
                  <a:pt x="11906" y="101203"/>
                </a:lnTo>
                <a:cubicBezTo>
                  <a:pt x="11906" y="104502"/>
                  <a:pt x="14560" y="107156"/>
                  <a:pt x="17859" y="107156"/>
                </a:cubicBezTo>
                <a:cubicBezTo>
                  <a:pt x="21158" y="107156"/>
                  <a:pt x="23812" y="104502"/>
                  <a:pt x="23812" y="101203"/>
                </a:cubicBezTo>
                <a:lnTo>
                  <a:pt x="23812" y="23812"/>
                </a:lnTo>
                <a:cubicBezTo>
                  <a:pt x="23812" y="15056"/>
                  <a:pt x="30931" y="7938"/>
                  <a:pt x="39688" y="7938"/>
                </a:cubicBezTo>
                <a:lnTo>
                  <a:pt x="111125" y="7938"/>
                </a:lnTo>
                <a:cubicBezTo>
                  <a:pt x="119881" y="7938"/>
                  <a:pt x="127000" y="15056"/>
                  <a:pt x="127000" y="23812"/>
                </a:cubicBezTo>
                <a:lnTo>
                  <a:pt x="127000" y="103188"/>
                </a:lnTo>
                <a:cubicBezTo>
                  <a:pt x="127000" y="111944"/>
                  <a:pt x="119881" y="119063"/>
                  <a:pt x="111125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close/>
                <a:moveTo>
                  <a:pt x="39688" y="31750"/>
                </a:moveTo>
                <a:lnTo>
                  <a:pt x="39688" y="47625"/>
                </a:lnTo>
                <a:cubicBezTo>
                  <a:pt x="39688" y="52015"/>
                  <a:pt x="43235" y="55563"/>
                  <a:pt x="47625" y="55563"/>
                </a:cubicBezTo>
                <a:lnTo>
                  <a:pt x="63500" y="55563"/>
                </a:lnTo>
                <a:cubicBezTo>
                  <a:pt x="67890" y="55563"/>
                  <a:pt x="71438" y="52015"/>
                  <a:pt x="71438" y="47625"/>
                </a:cubicBezTo>
                <a:lnTo>
                  <a:pt x="71438" y="31750"/>
                </a:lnTo>
                <a:cubicBezTo>
                  <a:pt x="71438" y="27360"/>
                  <a:pt x="67890" y="23812"/>
                  <a:pt x="63500" y="23812"/>
                </a:cubicBezTo>
                <a:lnTo>
                  <a:pt x="47625" y="23812"/>
                </a:lnTo>
                <a:cubicBezTo>
                  <a:pt x="43235" y="23812"/>
                  <a:pt x="39688" y="27360"/>
                  <a:pt x="39688" y="31750"/>
                </a:cubicBezTo>
                <a:close/>
                <a:moveTo>
                  <a:pt x="45641" y="91281"/>
                </a:moveTo>
                <a:cubicBezTo>
                  <a:pt x="42342" y="91281"/>
                  <a:pt x="39688" y="93935"/>
                  <a:pt x="39688" y="97234"/>
                </a:cubicBezTo>
                <a:cubicBezTo>
                  <a:pt x="39688" y="100533"/>
                  <a:pt x="42342" y="103188"/>
                  <a:pt x="45641" y="103188"/>
                </a:cubicBezTo>
                <a:lnTo>
                  <a:pt x="105172" y="103188"/>
                </a:lnTo>
                <a:cubicBezTo>
                  <a:pt x="108471" y="103188"/>
                  <a:pt x="111125" y="100533"/>
                  <a:pt x="111125" y="97234"/>
                </a:cubicBezTo>
                <a:cubicBezTo>
                  <a:pt x="111125" y="93935"/>
                  <a:pt x="108471" y="91281"/>
                  <a:pt x="105172" y="91281"/>
                </a:cubicBezTo>
                <a:lnTo>
                  <a:pt x="45641" y="91281"/>
                </a:lnTo>
                <a:close/>
                <a:moveTo>
                  <a:pt x="39688" y="73422"/>
                </a:moveTo>
                <a:cubicBezTo>
                  <a:pt x="39688" y="76721"/>
                  <a:pt x="42342" y="79375"/>
                  <a:pt x="45641" y="79375"/>
                </a:cubicBezTo>
                <a:lnTo>
                  <a:pt x="105172" y="79375"/>
                </a:lnTo>
                <a:cubicBezTo>
                  <a:pt x="108471" y="79375"/>
                  <a:pt x="111125" y="76721"/>
                  <a:pt x="111125" y="73422"/>
                </a:cubicBezTo>
                <a:cubicBezTo>
                  <a:pt x="111125" y="70123"/>
                  <a:pt x="108471" y="67469"/>
                  <a:pt x="105172" y="67469"/>
                </a:cubicBezTo>
                <a:lnTo>
                  <a:pt x="45641" y="67469"/>
                </a:lnTo>
                <a:cubicBezTo>
                  <a:pt x="42342" y="67469"/>
                  <a:pt x="39688" y="70123"/>
                  <a:pt x="39688" y="73422"/>
                </a:cubicBezTo>
                <a:close/>
                <a:moveTo>
                  <a:pt x="89297" y="43656"/>
                </a:moveTo>
                <a:cubicBezTo>
                  <a:pt x="85998" y="43656"/>
                  <a:pt x="83344" y="46310"/>
                  <a:pt x="83344" y="49609"/>
                </a:cubicBezTo>
                <a:cubicBezTo>
                  <a:pt x="83344" y="52908"/>
                  <a:pt x="85998" y="55563"/>
                  <a:pt x="89297" y="55563"/>
                </a:cubicBezTo>
                <a:lnTo>
                  <a:pt x="105172" y="55563"/>
                </a:lnTo>
                <a:cubicBezTo>
                  <a:pt x="108471" y="55563"/>
                  <a:pt x="111125" y="52908"/>
                  <a:pt x="111125" y="49609"/>
                </a:cubicBezTo>
                <a:cubicBezTo>
                  <a:pt x="111125" y="46310"/>
                  <a:pt x="108471" y="43656"/>
                  <a:pt x="105172" y="43656"/>
                </a:cubicBezTo>
                <a:lnTo>
                  <a:pt x="89297" y="4365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96950" y="2491980"/>
            <a:ext cx="436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Journalistes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950" y="2714230"/>
            <a:ext cx="43576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Médias sportifs utilisant des données probantes pour enrichir leurs analyses et prédictions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5775" y="3094831"/>
            <a:ext cx="5364163" cy="601663"/>
          </a:xfrm>
          <a:custGeom>
            <a:avLst/>
            <a:gdLst/>
            <a:ahLst/>
            <a:cxnLst/>
            <a:rect l="l" t="t" r="r" b="b"/>
            <a:pathLst>
              <a:path w="5364163" h="601663">
                <a:moveTo>
                  <a:pt x="63499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499"/>
                </a:cubicBezTo>
                <a:lnTo>
                  <a:pt x="5364163" y="538163"/>
                </a:lnTo>
                <a:cubicBezTo>
                  <a:pt x="5364163" y="573233"/>
                  <a:pt x="5335733" y="601663"/>
                  <a:pt x="5300663" y="601663"/>
                </a:cubicBezTo>
                <a:lnTo>
                  <a:pt x="63499" y="601663"/>
                </a:lnTo>
                <a:cubicBezTo>
                  <a:pt x="28430" y="601663"/>
                  <a:pt x="0" y="573233"/>
                  <a:pt x="0" y="538163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200" y="3193259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5325" y="3288509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43656" y="87313"/>
                </a:moveTo>
                <a:lnTo>
                  <a:pt x="51594" y="87313"/>
                </a:lnTo>
                <a:cubicBezTo>
                  <a:pt x="55984" y="87313"/>
                  <a:pt x="59531" y="90860"/>
                  <a:pt x="59531" y="95250"/>
                </a:cubicBezTo>
                <a:lnTo>
                  <a:pt x="59531" y="115094"/>
                </a:lnTo>
                <a:lnTo>
                  <a:pt x="35719" y="115094"/>
                </a:lnTo>
                <a:lnTo>
                  <a:pt x="35719" y="95250"/>
                </a:lnTo>
                <a:cubicBezTo>
                  <a:pt x="35719" y="90860"/>
                  <a:pt x="39266" y="87313"/>
                  <a:pt x="43656" y="87313"/>
                </a:cubicBezTo>
                <a:close/>
                <a:moveTo>
                  <a:pt x="23812" y="27781"/>
                </a:moveTo>
                <a:cubicBezTo>
                  <a:pt x="23812" y="25598"/>
                  <a:pt x="25598" y="23812"/>
                  <a:pt x="27781" y="23812"/>
                </a:cubicBezTo>
                <a:lnTo>
                  <a:pt x="35719" y="23812"/>
                </a:lnTo>
                <a:cubicBezTo>
                  <a:pt x="37902" y="23812"/>
                  <a:pt x="39688" y="25598"/>
                  <a:pt x="39688" y="27781"/>
                </a:cubicBezTo>
                <a:lnTo>
                  <a:pt x="39688" y="35719"/>
                </a:lnTo>
                <a:cubicBezTo>
                  <a:pt x="39688" y="37902"/>
                  <a:pt x="37902" y="39688"/>
                  <a:pt x="35719" y="39688"/>
                </a:cubicBezTo>
                <a:lnTo>
                  <a:pt x="27781" y="39688"/>
                </a:lnTo>
                <a:cubicBezTo>
                  <a:pt x="25598" y="39688"/>
                  <a:pt x="23812" y="37902"/>
                  <a:pt x="23812" y="35719"/>
                </a:cubicBezTo>
                <a:lnTo>
                  <a:pt x="23812" y="27781"/>
                </a:lnTo>
                <a:close/>
                <a:moveTo>
                  <a:pt x="59531" y="23812"/>
                </a:moveTo>
                <a:lnTo>
                  <a:pt x="67469" y="23812"/>
                </a:lnTo>
                <a:cubicBezTo>
                  <a:pt x="69652" y="23812"/>
                  <a:pt x="71438" y="25598"/>
                  <a:pt x="71438" y="27781"/>
                </a:cubicBezTo>
                <a:lnTo>
                  <a:pt x="71438" y="35719"/>
                </a:lnTo>
                <a:cubicBezTo>
                  <a:pt x="71438" y="37902"/>
                  <a:pt x="69652" y="39688"/>
                  <a:pt x="67469" y="39688"/>
                </a:cubicBezTo>
                <a:lnTo>
                  <a:pt x="59531" y="39688"/>
                </a:lnTo>
                <a:cubicBezTo>
                  <a:pt x="57348" y="39688"/>
                  <a:pt x="55563" y="37902"/>
                  <a:pt x="55563" y="35719"/>
                </a:cubicBezTo>
                <a:lnTo>
                  <a:pt x="55563" y="27781"/>
                </a:lnTo>
                <a:cubicBezTo>
                  <a:pt x="55563" y="25598"/>
                  <a:pt x="57348" y="23812"/>
                  <a:pt x="59531" y="23812"/>
                </a:cubicBezTo>
                <a:close/>
                <a:moveTo>
                  <a:pt x="23812" y="59531"/>
                </a:moveTo>
                <a:cubicBezTo>
                  <a:pt x="23812" y="57348"/>
                  <a:pt x="25598" y="55563"/>
                  <a:pt x="27781" y="55563"/>
                </a:cubicBezTo>
                <a:lnTo>
                  <a:pt x="35719" y="55563"/>
                </a:lnTo>
                <a:cubicBezTo>
                  <a:pt x="37902" y="55563"/>
                  <a:pt x="39688" y="57348"/>
                  <a:pt x="39688" y="59531"/>
                </a:cubicBezTo>
                <a:lnTo>
                  <a:pt x="39688" y="67469"/>
                </a:lnTo>
                <a:cubicBezTo>
                  <a:pt x="39688" y="69652"/>
                  <a:pt x="37902" y="71438"/>
                  <a:pt x="35719" y="71438"/>
                </a:cubicBezTo>
                <a:lnTo>
                  <a:pt x="27781" y="71438"/>
                </a:lnTo>
                <a:cubicBezTo>
                  <a:pt x="25598" y="71438"/>
                  <a:pt x="23812" y="69652"/>
                  <a:pt x="23812" y="67469"/>
                </a:cubicBezTo>
                <a:lnTo>
                  <a:pt x="23812" y="59531"/>
                </a:lnTo>
                <a:close/>
                <a:moveTo>
                  <a:pt x="59531" y="55563"/>
                </a:moveTo>
                <a:lnTo>
                  <a:pt x="67469" y="55563"/>
                </a:lnTo>
                <a:cubicBezTo>
                  <a:pt x="69652" y="55563"/>
                  <a:pt x="71438" y="57348"/>
                  <a:pt x="71438" y="59531"/>
                </a:cubicBezTo>
                <a:lnTo>
                  <a:pt x="71438" y="67469"/>
                </a:lnTo>
                <a:cubicBezTo>
                  <a:pt x="71438" y="69652"/>
                  <a:pt x="69652" y="71438"/>
                  <a:pt x="67469" y="71438"/>
                </a:cubicBezTo>
                <a:lnTo>
                  <a:pt x="59531" y="71438"/>
                </a:lnTo>
                <a:cubicBezTo>
                  <a:pt x="57348" y="71438"/>
                  <a:pt x="55563" y="69652"/>
                  <a:pt x="55563" y="67469"/>
                </a:cubicBezTo>
                <a:lnTo>
                  <a:pt x="55563" y="59531"/>
                </a:lnTo>
                <a:cubicBezTo>
                  <a:pt x="55563" y="57348"/>
                  <a:pt x="57348" y="55563"/>
                  <a:pt x="59531" y="555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996950" y="3193259"/>
            <a:ext cx="439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Clubs et Recruteurs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950" y="3415509"/>
            <a:ext cx="438943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Équipes professionnelles utilisant les prédictions pour la préparation tactique et le scouting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5775" y="3796110"/>
            <a:ext cx="5364163" cy="601663"/>
          </a:xfrm>
          <a:custGeom>
            <a:avLst/>
            <a:gdLst/>
            <a:ahLst/>
            <a:cxnLst/>
            <a:rect l="l" t="t" r="r" b="b"/>
            <a:pathLst>
              <a:path w="5364163" h="601663">
                <a:moveTo>
                  <a:pt x="63499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499"/>
                </a:cubicBezTo>
                <a:lnTo>
                  <a:pt x="5364163" y="538163"/>
                </a:lnTo>
                <a:cubicBezTo>
                  <a:pt x="5364163" y="573233"/>
                  <a:pt x="5335733" y="601663"/>
                  <a:pt x="5300663" y="601663"/>
                </a:cubicBezTo>
                <a:lnTo>
                  <a:pt x="63499" y="601663"/>
                </a:lnTo>
                <a:cubicBezTo>
                  <a:pt x="28430" y="601663"/>
                  <a:pt x="0" y="573233"/>
                  <a:pt x="0" y="538163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4200" y="3894534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71512" y="3989784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1906" y="48568"/>
                </a:moveTo>
                <a:lnTo>
                  <a:pt x="63798" y="69924"/>
                </a:lnTo>
                <a:cubicBezTo>
                  <a:pt x="66229" y="70917"/>
                  <a:pt x="68808" y="71438"/>
                  <a:pt x="71438" y="71438"/>
                </a:cubicBezTo>
                <a:cubicBezTo>
                  <a:pt x="74067" y="71438"/>
                  <a:pt x="76646" y="70917"/>
                  <a:pt x="79077" y="69924"/>
                </a:cubicBezTo>
                <a:lnTo>
                  <a:pt x="139204" y="45169"/>
                </a:lnTo>
                <a:cubicBezTo>
                  <a:pt x="141436" y="44252"/>
                  <a:pt x="142875" y="42094"/>
                  <a:pt x="142875" y="39687"/>
                </a:cubicBezTo>
                <a:cubicBezTo>
                  <a:pt x="142875" y="37281"/>
                  <a:pt x="141436" y="35123"/>
                  <a:pt x="139204" y="34206"/>
                </a:cubicBezTo>
                <a:lnTo>
                  <a:pt x="79077" y="9451"/>
                </a:lnTo>
                <a:cubicBezTo>
                  <a:pt x="76646" y="8458"/>
                  <a:pt x="74067" y="7938"/>
                  <a:pt x="71438" y="7938"/>
                </a:cubicBezTo>
                <a:cubicBezTo>
                  <a:pt x="68808" y="7938"/>
                  <a:pt x="66229" y="8458"/>
                  <a:pt x="63798" y="9451"/>
                </a:cubicBezTo>
                <a:lnTo>
                  <a:pt x="3671" y="34206"/>
                </a:lnTo>
                <a:cubicBezTo>
                  <a:pt x="1439" y="35123"/>
                  <a:pt x="0" y="37281"/>
                  <a:pt x="0" y="39688"/>
                </a:cubicBezTo>
                <a:lnTo>
                  <a:pt x="0" y="113109"/>
                </a:lnTo>
                <a:cubicBezTo>
                  <a:pt x="0" y="116408"/>
                  <a:pt x="2654" y="119063"/>
                  <a:pt x="5953" y="119063"/>
                </a:cubicBezTo>
                <a:cubicBezTo>
                  <a:pt x="9252" y="119063"/>
                  <a:pt x="11906" y="116408"/>
                  <a:pt x="11906" y="113109"/>
                </a:cubicBezTo>
                <a:lnTo>
                  <a:pt x="11906" y="48568"/>
                </a:lnTo>
                <a:close/>
                <a:moveTo>
                  <a:pt x="23812" y="66353"/>
                </a:moveTo>
                <a:lnTo>
                  <a:pt x="23812" y="95250"/>
                </a:lnTo>
                <a:cubicBezTo>
                  <a:pt x="23812" y="108396"/>
                  <a:pt x="45145" y="119063"/>
                  <a:pt x="71438" y="119063"/>
                </a:cubicBezTo>
                <a:cubicBezTo>
                  <a:pt x="97730" y="119063"/>
                  <a:pt x="119063" y="108396"/>
                  <a:pt x="119063" y="95250"/>
                </a:cubicBezTo>
                <a:lnTo>
                  <a:pt x="119063" y="66328"/>
                </a:lnTo>
                <a:lnTo>
                  <a:pt x="83617" y="80938"/>
                </a:lnTo>
                <a:cubicBezTo>
                  <a:pt x="79747" y="82525"/>
                  <a:pt x="75629" y="83344"/>
                  <a:pt x="71438" y="83344"/>
                </a:cubicBezTo>
                <a:cubicBezTo>
                  <a:pt x="67246" y="83344"/>
                  <a:pt x="63128" y="82525"/>
                  <a:pt x="59258" y="80938"/>
                </a:cubicBezTo>
                <a:lnTo>
                  <a:pt x="23812" y="6632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996950" y="3894534"/>
            <a:ext cx="446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Parieurs (Académique)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6950" y="4116784"/>
            <a:ext cx="4460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Recherche académique sur les modèles prédictifs dans le sport (cadre éducatif uniquement)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5775" y="4497389"/>
            <a:ext cx="5364163" cy="601663"/>
          </a:xfrm>
          <a:custGeom>
            <a:avLst/>
            <a:gdLst/>
            <a:ahLst/>
            <a:cxnLst/>
            <a:rect l="l" t="t" r="r" b="b"/>
            <a:pathLst>
              <a:path w="5364163" h="601663">
                <a:moveTo>
                  <a:pt x="63499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499"/>
                </a:cubicBezTo>
                <a:lnTo>
                  <a:pt x="5364163" y="538163"/>
                </a:lnTo>
                <a:cubicBezTo>
                  <a:pt x="5364163" y="573233"/>
                  <a:pt x="5335733" y="601663"/>
                  <a:pt x="5300663" y="601663"/>
                </a:cubicBezTo>
                <a:lnTo>
                  <a:pt x="63499" y="601663"/>
                </a:lnTo>
                <a:cubicBezTo>
                  <a:pt x="28430" y="601663"/>
                  <a:pt x="0" y="573233"/>
                  <a:pt x="0" y="538163"/>
                </a:cubicBezTo>
                <a:lnTo>
                  <a:pt x="0" y="63499"/>
                </a:lnTo>
                <a:cubicBezTo>
                  <a:pt x="0" y="28430"/>
                  <a:pt x="28430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200" y="459581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9450" y="4691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59779" y="21605"/>
                </a:moveTo>
                <a:lnTo>
                  <a:pt x="63500" y="26739"/>
                </a:lnTo>
                <a:lnTo>
                  <a:pt x="67221" y="21605"/>
                </a:lnTo>
                <a:cubicBezTo>
                  <a:pt x="73422" y="13022"/>
                  <a:pt x="83393" y="7938"/>
                  <a:pt x="93985" y="7938"/>
                </a:cubicBezTo>
                <a:cubicBezTo>
                  <a:pt x="112216" y="7938"/>
                  <a:pt x="127000" y="22721"/>
                  <a:pt x="127000" y="40953"/>
                </a:cubicBezTo>
                <a:lnTo>
                  <a:pt x="127000" y="41597"/>
                </a:lnTo>
                <a:cubicBezTo>
                  <a:pt x="127000" y="69428"/>
                  <a:pt x="92298" y="101749"/>
                  <a:pt x="74191" y="115565"/>
                </a:cubicBezTo>
                <a:cubicBezTo>
                  <a:pt x="71115" y="117897"/>
                  <a:pt x="67345" y="119063"/>
                  <a:pt x="63500" y="119063"/>
                </a:cubicBezTo>
                <a:cubicBezTo>
                  <a:pt x="59655" y="119063"/>
                  <a:pt x="55860" y="117921"/>
                  <a:pt x="52809" y="115565"/>
                </a:cubicBezTo>
                <a:cubicBezTo>
                  <a:pt x="34702" y="101749"/>
                  <a:pt x="0" y="69428"/>
                  <a:pt x="0" y="41597"/>
                </a:cubicBezTo>
                <a:lnTo>
                  <a:pt x="0" y="40953"/>
                </a:lnTo>
                <a:cubicBezTo>
                  <a:pt x="0" y="22721"/>
                  <a:pt x="14784" y="7938"/>
                  <a:pt x="33015" y="7938"/>
                </a:cubicBezTo>
                <a:cubicBezTo>
                  <a:pt x="43607" y="7938"/>
                  <a:pt x="53578" y="13022"/>
                  <a:pt x="59779" y="2160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996950" y="4595813"/>
            <a:ext cx="406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Passionnés de Football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6950" y="4818063"/>
            <a:ext cx="405606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Fans cherchant à comprendre les dynamiques de la compétition grâce aux données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8550" y="1019175"/>
            <a:ext cx="5689600" cy="2935288"/>
          </a:xfrm>
          <a:custGeom>
            <a:avLst/>
            <a:gdLst/>
            <a:ahLst/>
            <a:cxnLst/>
            <a:rect l="l" t="t" r="r" b="b"/>
            <a:pathLst>
              <a:path w="5689600" h="2935288">
                <a:moveTo>
                  <a:pt x="95250" y="0"/>
                </a:moveTo>
                <a:lnTo>
                  <a:pt x="5594350" y="0"/>
                </a:lnTo>
                <a:cubicBezTo>
                  <a:pt x="5646955" y="0"/>
                  <a:pt x="5689600" y="42645"/>
                  <a:pt x="5689600" y="95250"/>
                </a:cubicBezTo>
                <a:lnTo>
                  <a:pt x="5689600" y="2840037"/>
                </a:lnTo>
                <a:cubicBezTo>
                  <a:pt x="5689600" y="2892643"/>
                  <a:pt x="5646955" y="2935288"/>
                  <a:pt x="5594350" y="2935287"/>
                </a:cubicBezTo>
                <a:lnTo>
                  <a:pt x="95250" y="2935288"/>
                </a:lnTo>
                <a:cubicBezTo>
                  <a:pt x="42645" y="2935287"/>
                  <a:pt x="0" y="2892643"/>
                  <a:pt x="0" y="2840037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0475" y="11811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31756" y="1292227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9844" y="29766"/>
                </a:moveTo>
                <a:cubicBezTo>
                  <a:pt x="19844" y="18821"/>
                  <a:pt x="28742" y="9922"/>
                  <a:pt x="39688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178594" y="104180"/>
                </a:lnTo>
                <a:lnTo>
                  <a:pt x="158750" y="104180"/>
                </a:lnTo>
                <a:lnTo>
                  <a:pt x="158750" y="29766"/>
                </a:lnTo>
                <a:lnTo>
                  <a:pt x="39688" y="29766"/>
                </a:lnTo>
                <a:lnTo>
                  <a:pt x="39688" y="104180"/>
                </a:lnTo>
                <a:lnTo>
                  <a:pt x="19844" y="104180"/>
                </a:lnTo>
                <a:lnTo>
                  <a:pt x="19844" y="29766"/>
                </a:lnTo>
                <a:close/>
                <a:moveTo>
                  <a:pt x="0" y="125016"/>
                </a:moveTo>
                <a:cubicBezTo>
                  <a:pt x="0" y="121729"/>
                  <a:pt x="2667" y="119062"/>
                  <a:pt x="5953" y="119062"/>
                </a:cubicBezTo>
                <a:lnTo>
                  <a:pt x="192484" y="119062"/>
                </a:lnTo>
                <a:cubicBezTo>
                  <a:pt x="195771" y="119062"/>
                  <a:pt x="198438" y="121729"/>
                  <a:pt x="198438" y="125016"/>
                </a:cubicBezTo>
                <a:cubicBezTo>
                  <a:pt x="198438" y="138162"/>
                  <a:pt x="187771" y="148828"/>
                  <a:pt x="174625" y="148828"/>
                </a:cubicBezTo>
                <a:lnTo>
                  <a:pt x="23813" y="148828"/>
                </a:lnTo>
                <a:cubicBezTo>
                  <a:pt x="10666" y="148828"/>
                  <a:pt x="0" y="138162"/>
                  <a:pt x="0" y="125016"/>
                </a:cubicBezTo>
                <a:close/>
                <a:moveTo>
                  <a:pt x="87126" y="64802"/>
                </a:moveTo>
                <a:lnTo>
                  <a:pt x="77515" y="74414"/>
                </a:lnTo>
                <a:lnTo>
                  <a:pt x="87126" y="84026"/>
                </a:lnTo>
                <a:cubicBezTo>
                  <a:pt x="90041" y="86940"/>
                  <a:pt x="90041" y="91653"/>
                  <a:pt x="87126" y="94537"/>
                </a:cubicBezTo>
                <a:cubicBezTo>
                  <a:pt x="84212" y="97420"/>
                  <a:pt x="79499" y="97451"/>
                  <a:pt x="76615" y="94537"/>
                </a:cubicBezTo>
                <a:lnTo>
                  <a:pt x="61733" y="79654"/>
                </a:lnTo>
                <a:cubicBezTo>
                  <a:pt x="58818" y="76740"/>
                  <a:pt x="58818" y="72027"/>
                  <a:pt x="61733" y="69143"/>
                </a:cubicBezTo>
                <a:lnTo>
                  <a:pt x="76615" y="54260"/>
                </a:lnTo>
                <a:cubicBezTo>
                  <a:pt x="79530" y="51346"/>
                  <a:pt x="84243" y="51346"/>
                  <a:pt x="87126" y="54260"/>
                </a:cubicBezTo>
                <a:cubicBezTo>
                  <a:pt x="90010" y="57175"/>
                  <a:pt x="90041" y="61888"/>
                  <a:pt x="87126" y="64771"/>
                </a:cubicBezTo>
                <a:close/>
                <a:moveTo>
                  <a:pt x="121853" y="54260"/>
                </a:moveTo>
                <a:lnTo>
                  <a:pt x="136736" y="69143"/>
                </a:lnTo>
                <a:cubicBezTo>
                  <a:pt x="139650" y="72058"/>
                  <a:pt x="139650" y="76771"/>
                  <a:pt x="136736" y="79654"/>
                </a:cubicBezTo>
                <a:lnTo>
                  <a:pt x="121853" y="94537"/>
                </a:lnTo>
                <a:cubicBezTo>
                  <a:pt x="118938" y="97451"/>
                  <a:pt x="114226" y="97451"/>
                  <a:pt x="111342" y="94537"/>
                </a:cubicBezTo>
                <a:cubicBezTo>
                  <a:pt x="108458" y="91622"/>
                  <a:pt x="108427" y="86909"/>
                  <a:pt x="111342" y="84026"/>
                </a:cubicBezTo>
                <a:lnTo>
                  <a:pt x="120954" y="74414"/>
                </a:lnTo>
                <a:lnTo>
                  <a:pt x="111342" y="64802"/>
                </a:lnTo>
                <a:cubicBezTo>
                  <a:pt x="108427" y="61888"/>
                  <a:pt x="108427" y="57175"/>
                  <a:pt x="111342" y="54291"/>
                </a:cubicBezTo>
                <a:cubicBezTo>
                  <a:pt x="114257" y="51408"/>
                  <a:pt x="118969" y="51377"/>
                  <a:pt x="121853" y="5429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816725" y="1244602"/>
            <a:ext cx="1770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Acteurs Techniques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3650" y="1692277"/>
            <a:ext cx="5364163" cy="633413"/>
          </a:xfrm>
          <a:custGeom>
            <a:avLst/>
            <a:gdLst/>
            <a:ahLst/>
            <a:cxnLst/>
            <a:rect l="l" t="t" r="r" b="b"/>
            <a:pathLst>
              <a:path w="5364163" h="633413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69913"/>
                </a:lnTo>
                <a:cubicBezTo>
                  <a:pt x="5364163" y="604983"/>
                  <a:pt x="5335733" y="633413"/>
                  <a:pt x="5300663" y="633413"/>
                </a:cubicBezTo>
                <a:lnTo>
                  <a:pt x="63500" y="633413"/>
                </a:lnTo>
                <a:cubicBezTo>
                  <a:pt x="28453" y="633413"/>
                  <a:pt x="0" y="604959"/>
                  <a:pt x="0" y="56991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5888" y="1822451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11125" y="51048"/>
                </a:moveTo>
                <a:cubicBezTo>
                  <a:pt x="107454" y="53479"/>
                  <a:pt x="103237" y="55438"/>
                  <a:pt x="98847" y="57001"/>
                </a:cubicBezTo>
                <a:cubicBezTo>
                  <a:pt x="87188" y="61168"/>
                  <a:pt x="71884" y="63500"/>
                  <a:pt x="55563" y="63500"/>
                </a:cubicBezTo>
                <a:cubicBezTo>
                  <a:pt x="39241" y="63500"/>
                  <a:pt x="23912" y="61144"/>
                  <a:pt x="12278" y="57001"/>
                </a:cubicBezTo>
                <a:cubicBezTo>
                  <a:pt x="7913" y="55438"/>
                  <a:pt x="3671" y="53479"/>
                  <a:pt x="0" y="51048"/>
                </a:cubicBezTo>
                <a:lnTo>
                  <a:pt x="0" y="71438"/>
                </a:lnTo>
                <a:cubicBezTo>
                  <a:pt x="0" y="82401"/>
                  <a:pt x="24879" y="91281"/>
                  <a:pt x="55563" y="91281"/>
                </a:cubicBezTo>
                <a:cubicBezTo>
                  <a:pt x="86246" y="91281"/>
                  <a:pt x="111125" y="82401"/>
                  <a:pt x="111125" y="71438"/>
                </a:cubicBezTo>
                <a:lnTo>
                  <a:pt x="111125" y="51048"/>
                </a:lnTo>
                <a:close/>
                <a:moveTo>
                  <a:pt x="111125" y="31750"/>
                </a:moveTo>
                <a:lnTo>
                  <a:pt x="111125" y="19844"/>
                </a:lnTo>
                <a:cubicBezTo>
                  <a:pt x="111125" y="8880"/>
                  <a:pt x="86246" y="0"/>
                  <a:pt x="55563" y="0"/>
                </a:cubicBezTo>
                <a:cubicBezTo>
                  <a:pt x="24879" y="0"/>
                  <a:pt x="0" y="8880"/>
                  <a:pt x="0" y="19844"/>
                </a:cubicBezTo>
                <a:lnTo>
                  <a:pt x="0" y="31750"/>
                </a:lnTo>
                <a:cubicBezTo>
                  <a:pt x="0" y="42714"/>
                  <a:pt x="24879" y="51594"/>
                  <a:pt x="55563" y="51594"/>
                </a:cubicBezTo>
                <a:cubicBezTo>
                  <a:pt x="86246" y="51594"/>
                  <a:pt x="111125" y="42714"/>
                  <a:pt x="111125" y="31750"/>
                </a:cubicBezTo>
                <a:close/>
                <a:moveTo>
                  <a:pt x="98847" y="96689"/>
                </a:moveTo>
                <a:cubicBezTo>
                  <a:pt x="87213" y="100831"/>
                  <a:pt x="71909" y="103188"/>
                  <a:pt x="55563" y="103188"/>
                </a:cubicBezTo>
                <a:cubicBezTo>
                  <a:pt x="39216" y="103188"/>
                  <a:pt x="23912" y="100831"/>
                  <a:pt x="12278" y="96689"/>
                </a:cubicBezTo>
                <a:cubicBezTo>
                  <a:pt x="7913" y="95126"/>
                  <a:pt x="3671" y="93166"/>
                  <a:pt x="0" y="90736"/>
                </a:cubicBezTo>
                <a:lnTo>
                  <a:pt x="0" y="107156"/>
                </a:lnTo>
                <a:cubicBezTo>
                  <a:pt x="0" y="118120"/>
                  <a:pt x="24879" y="127000"/>
                  <a:pt x="55563" y="127000"/>
                </a:cubicBezTo>
                <a:cubicBezTo>
                  <a:pt x="86246" y="127000"/>
                  <a:pt x="111125" y="118120"/>
                  <a:pt x="111125" y="107156"/>
                </a:cubicBezTo>
                <a:lnTo>
                  <a:pt x="111125" y="90736"/>
                </a:lnTo>
                <a:cubicBezTo>
                  <a:pt x="107454" y="93166"/>
                  <a:pt x="103237" y="95126"/>
                  <a:pt x="98847" y="96689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664325" y="1790701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42075" y="2044701"/>
            <a:ext cx="5222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Conception et maintenance du pipeline ETL, architecture data, intégration des sources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43650" y="2425302"/>
            <a:ext cx="5364163" cy="633413"/>
          </a:xfrm>
          <a:custGeom>
            <a:avLst/>
            <a:gdLst/>
            <a:ahLst/>
            <a:cxnLst/>
            <a:rect l="l" t="t" r="r" b="b"/>
            <a:pathLst>
              <a:path w="5364163" h="633413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69913"/>
                </a:lnTo>
                <a:cubicBezTo>
                  <a:pt x="5364163" y="604983"/>
                  <a:pt x="5335733" y="633413"/>
                  <a:pt x="5300663" y="633413"/>
                </a:cubicBezTo>
                <a:lnTo>
                  <a:pt x="63500" y="633413"/>
                </a:lnTo>
                <a:cubicBezTo>
                  <a:pt x="28453" y="633413"/>
                  <a:pt x="0" y="604959"/>
                  <a:pt x="0" y="56991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57950" y="255548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6664325" y="2523730"/>
            <a:ext cx="84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42075" y="2777730"/>
            <a:ext cx="5222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engineering, modélisation prédictive, validation, explicabilité des modèles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43650" y="3158331"/>
            <a:ext cx="5364163" cy="633413"/>
          </a:xfrm>
          <a:custGeom>
            <a:avLst/>
            <a:gdLst/>
            <a:ahLst/>
            <a:cxnLst/>
            <a:rect l="l" t="t" r="r" b="b"/>
            <a:pathLst>
              <a:path w="5364163" h="633413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69913"/>
                </a:lnTo>
                <a:cubicBezTo>
                  <a:pt x="5364163" y="604983"/>
                  <a:pt x="5335733" y="633413"/>
                  <a:pt x="5300663" y="633413"/>
                </a:cubicBezTo>
                <a:lnTo>
                  <a:pt x="63500" y="633413"/>
                </a:lnTo>
                <a:cubicBezTo>
                  <a:pt x="28453" y="633413"/>
                  <a:pt x="0" y="604959"/>
                  <a:pt x="0" y="569913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50013" y="3288509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127099" y="59531"/>
                </a:moveTo>
                <a:lnTo>
                  <a:pt x="83443" y="59531"/>
                </a:lnTo>
                <a:cubicBezTo>
                  <a:pt x="79053" y="59531"/>
                  <a:pt x="75505" y="55984"/>
                  <a:pt x="75505" y="51594"/>
                </a:cubicBezTo>
                <a:lnTo>
                  <a:pt x="75505" y="7938"/>
                </a:lnTo>
                <a:cubicBezTo>
                  <a:pt x="75505" y="3547"/>
                  <a:pt x="79077" y="-50"/>
                  <a:pt x="83418" y="521"/>
                </a:cubicBezTo>
                <a:cubicBezTo>
                  <a:pt x="109959" y="4043"/>
                  <a:pt x="130994" y="25078"/>
                  <a:pt x="134516" y="51619"/>
                </a:cubicBezTo>
                <a:cubicBezTo>
                  <a:pt x="135086" y="55959"/>
                  <a:pt x="131490" y="59531"/>
                  <a:pt x="127099" y="59531"/>
                </a:cubicBezTo>
                <a:close/>
                <a:moveTo>
                  <a:pt x="55215" y="9227"/>
                </a:moveTo>
                <a:cubicBezTo>
                  <a:pt x="59705" y="8285"/>
                  <a:pt x="63599" y="11956"/>
                  <a:pt x="63599" y="16545"/>
                </a:cubicBezTo>
                <a:lnTo>
                  <a:pt x="63599" y="65484"/>
                </a:lnTo>
                <a:cubicBezTo>
                  <a:pt x="63599" y="66873"/>
                  <a:pt x="64095" y="68213"/>
                  <a:pt x="64963" y="69279"/>
                </a:cubicBezTo>
                <a:lnTo>
                  <a:pt x="97730" y="108818"/>
                </a:lnTo>
                <a:cubicBezTo>
                  <a:pt x="100633" y="112316"/>
                  <a:pt x="100013" y="117599"/>
                  <a:pt x="96019" y="119757"/>
                </a:cubicBezTo>
                <a:cubicBezTo>
                  <a:pt x="87561" y="124371"/>
                  <a:pt x="77862" y="127000"/>
                  <a:pt x="67568" y="127000"/>
                </a:cubicBezTo>
                <a:cubicBezTo>
                  <a:pt x="34702" y="127000"/>
                  <a:pt x="8037" y="100335"/>
                  <a:pt x="8037" y="67469"/>
                </a:cubicBezTo>
                <a:cubicBezTo>
                  <a:pt x="8037" y="38819"/>
                  <a:pt x="28253" y="14908"/>
                  <a:pt x="55215" y="9227"/>
                </a:cubicBezTo>
                <a:close/>
                <a:moveTo>
                  <a:pt x="118517" y="71438"/>
                </a:moveTo>
                <a:lnTo>
                  <a:pt x="134392" y="71438"/>
                </a:lnTo>
                <a:cubicBezTo>
                  <a:pt x="138981" y="71438"/>
                  <a:pt x="142652" y="75332"/>
                  <a:pt x="141709" y="79821"/>
                </a:cubicBezTo>
                <a:cubicBezTo>
                  <a:pt x="139179" y="91827"/>
                  <a:pt x="133028" y="102493"/>
                  <a:pt x="124445" y="110629"/>
                </a:cubicBezTo>
                <a:cubicBezTo>
                  <a:pt x="121394" y="113531"/>
                  <a:pt x="116607" y="112911"/>
                  <a:pt x="113928" y="109662"/>
                </a:cubicBezTo>
                <a:lnTo>
                  <a:pt x="92993" y="84435"/>
                </a:lnTo>
                <a:cubicBezTo>
                  <a:pt x="88702" y="79251"/>
                  <a:pt x="92397" y="71438"/>
                  <a:pt x="99095" y="71438"/>
                </a:cubicBezTo>
                <a:lnTo>
                  <a:pt x="118492" y="7143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664325" y="3256759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 Developer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42075" y="3510759"/>
            <a:ext cx="5222875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Création du dashboard interactif, visualisations, intégration des métriques métier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8550" y="4088209"/>
            <a:ext cx="5689600" cy="1244600"/>
          </a:xfrm>
          <a:custGeom>
            <a:avLst/>
            <a:gdLst/>
            <a:ahLst/>
            <a:cxnLst/>
            <a:rect l="l" t="t" r="r" b="b"/>
            <a:pathLst>
              <a:path w="5689600" h="1244600">
                <a:moveTo>
                  <a:pt x="95249" y="0"/>
                </a:moveTo>
                <a:lnTo>
                  <a:pt x="5594351" y="0"/>
                </a:lnTo>
                <a:cubicBezTo>
                  <a:pt x="5646955" y="0"/>
                  <a:pt x="5689600" y="42645"/>
                  <a:pt x="5689600" y="95249"/>
                </a:cubicBezTo>
                <a:lnTo>
                  <a:pt x="5689600" y="1149351"/>
                </a:lnTo>
                <a:cubicBezTo>
                  <a:pt x="5689600" y="1201955"/>
                  <a:pt x="5646955" y="1244600"/>
                  <a:pt x="5594351" y="1244600"/>
                </a:cubicBezTo>
                <a:lnTo>
                  <a:pt x="95249" y="1244600"/>
                </a:lnTo>
                <a:cubicBezTo>
                  <a:pt x="42645" y="1244600"/>
                  <a:pt x="0" y="1201955"/>
                  <a:pt x="0" y="1149351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18647" y="4250136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0" y="104180"/>
                </a:moveTo>
                <a:cubicBezTo>
                  <a:pt x="0" y="128829"/>
                  <a:pt x="19999" y="148828"/>
                  <a:pt x="44648" y="148828"/>
                </a:cubicBezTo>
                <a:lnTo>
                  <a:pt x="138906" y="148828"/>
                </a:lnTo>
                <a:cubicBezTo>
                  <a:pt x="160827" y="148828"/>
                  <a:pt x="178594" y="131062"/>
                  <a:pt x="178594" y="109141"/>
                </a:cubicBezTo>
                <a:cubicBezTo>
                  <a:pt x="178594" y="93142"/>
                  <a:pt x="169137" y="79344"/>
                  <a:pt x="155494" y="73081"/>
                </a:cubicBezTo>
                <a:cubicBezTo>
                  <a:pt x="157572" y="69019"/>
                  <a:pt x="158750" y="64399"/>
                  <a:pt x="158750" y="59531"/>
                </a:cubicBezTo>
                <a:cubicBezTo>
                  <a:pt x="158750" y="43098"/>
                  <a:pt x="145417" y="29766"/>
                  <a:pt x="128984" y="29766"/>
                </a:cubicBezTo>
                <a:cubicBezTo>
                  <a:pt x="123496" y="29766"/>
                  <a:pt x="118380" y="31254"/>
                  <a:pt x="113978" y="33827"/>
                </a:cubicBezTo>
                <a:cubicBezTo>
                  <a:pt x="106505" y="19627"/>
                  <a:pt x="91591" y="9922"/>
                  <a:pt x="74414" y="9922"/>
                </a:cubicBezTo>
                <a:cubicBezTo>
                  <a:pt x="49764" y="9922"/>
                  <a:pt x="29766" y="29921"/>
                  <a:pt x="29766" y="54570"/>
                </a:cubicBezTo>
                <a:cubicBezTo>
                  <a:pt x="29766" y="57051"/>
                  <a:pt x="29983" y="59500"/>
                  <a:pt x="30355" y="61857"/>
                </a:cubicBezTo>
                <a:cubicBezTo>
                  <a:pt x="12712" y="67810"/>
                  <a:pt x="0" y="84522"/>
                  <a:pt x="0" y="10418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6602412" y="4218386"/>
            <a:ext cx="136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 de Données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8725" y="4535886"/>
            <a:ext cx="2667000" cy="285750"/>
          </a:xfrm>
          <a:custGeom>
            <a:avLst/>
            <a:gdLst/>
            <a:ahLst/>
            <a:cxnLst/>
            <a:rect l="l" t="t" r="r" b="b"/>
            <a:pathLst>
              <a:path w="2667000" h="285750">
                <a:moveTo>
                  <a:pt x="63499" y="0"/>
                </a:moveTo>
                <a:lnTo>
                  <a:pt x="2603501" y="0"/>
                </a:lnTo>
                <a:cubicBezTo>
                  <a:pt x="2638570" y="0"/>
                  <a:pt x="2667000" y="28430"/>
                  <a:pt x="2667000" y="63499"/>
                </a:cubicBezTo>
                <a:lnTo>
                  <a:pt x="2667000" y="222251"/>
                </a:lnTo>
                <a:cubicBezTo>
                  <a:pt x="2667000" y="257320"/>
                  <a:pt x="2638570" y="285750"/>
                  <a:pt x="2603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395045" y="462319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27781" y="-6945"/>
                </a:moveTo>
                <a:cubicBezTo>
                  <a:pt x="31623" y="-6945"/>
                  <a:pt x="34727" y="-3842"/>
                  <a:pt x="34727" y="0"/>
                </a:cubicBezTo>
                <a:lnTo>
                  <a:pt x="34727" y="20836"/>
                </a:lnTo>
                <a:lnTo>
                  <a:pt x="62508" y="20836"/>
                </a:lnTo>
                <a:lnTo>
                  <a:pt x="62508" y="0"/>
                </a:lnTo>
                <a:cubicBezTo>
                  <a:pt x="62508" y="-3842"/>
                  <a:pt x="65611" y="-6945"/>
                  <a:pt x="69453" y="-6945"/>
                </a:cubicBezTo>
                <a:cubicBezTo>
                  <a:pt x="73295" y="-6945"/>
                  <a:pt x="76398" y="-3842"/>
                  <a:pt x="76398" y="0"/>
                </a:cubicBezTo>
                <a:lnTo>
                  <a:pt x="76398" y="20836"/>
                </a:lnTo>
                <a:lnTo>
                  <a:pt x="90289" y="20836"/>
                </a:lnTo>
                <a:cubicBezTo>
                  <a:pt x="94131" y="20836"/>
                  <a:pt x="97234" y="23940"/>
                  <a:pt x="97234" y="27781"/>
                </a:cubicBezTo>
                <a:cubicBezTo>
                  <a:pt x="97234" y="31623"/>
                  <a:pt x="94131" y="34727"/>
                  <a:pt x="90289" y="34727"/>
                </a:cubicBezTo>
                <a:lnTo>
                  <a:pt x="90289" y="48617"/>
                </a:lnTo>
                <a:cubicBezTo>
                  <a:pt x="90289" y="69258"/>
                  <a:pt x="75270" y="86404"/>
                  <a:pt x="55563" y="89703"/>
                </a:cubicBezTo>
                <a:lnTo>
                  <a:pt x="55563" y="104180"/>
                </a:lnTo>
                <a:cubicBezTo>
                  <a:pt x="55563" y="108021"/>
                  <a:pt x="52459" y="111125"/>
                  <a:pt x="48617" y="111125"/>
                </a:cubicBezTo>
                <a:cubicBezTo>
                  <a:pt x="44776" y="111125"/>
                  <a:pt x="41672" y="108021"/>
                  <a:pt x="41672" y="104180"/>
                </a:cubicBezTo>
                <a:lnTo>
                  <a:pt x="41672" y="89703"/>
                </a:lnTo>
                <a:cubicBezTo>
                  <a:pt x="21965" y="86404"/>
                  <a:pt x="6945" y="69258"/>
                  <a:pt x="6945" y="48617"/>
                </a:cubicBezTo>
                <a:lnTo>
                  <a:pt x="6945" y="34727"/>
                </a:lnTo>
                <a:cubicBezTo>
                  <a:pt x="3104" y="34727"/>
                  <a:pt x="0" y="31623"/>
                  <a:pt x="0" y="27781"/>
                </a:cubicBezTo>
                <a:cubicBezTo>
                  <a:pt x="0" y="23940"/>
                  <a:pt x="3104" y="20836"/>
                  <a:pt x="6945" y="20836"/>
                </a:cubicBezTo>
                <a:lnTo>
                  <a:pt x="20836" y="20836"/>
                </a:lnTo>
                <a:lnTo>
                  <a:pt x="20836" y="0"/>
                </a:lnTo>
                <a:cubicBezTo>
                  <a:pt x="20836" y="-3842"/>
                  <a:pt x="23940" y="-6945"/>
                  <a:pt x="27781" y="-694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6574631" y="4599386"/>
            <a:ext cx="627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Football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72563" y="4535886"/>
            <a:ext cx="2667000" cy="285750"/>
          </a:xfrm>
          <a:custGeom>
            <a:avLst/>
            <a:gdLst/>
            <a:ahLst/>
            <a:cxnLst/>
            <a:rect l="l" t="t" r="r" b="b"/>
            <a:pathLst>
              <a:path w="2667000" h="285750">
                <a:moveTo>
                  <a:pt x="63499" y="0"/>
                </a:moveTo>
                <a:lnTo>
                  <a:pt x="2603501" y="0"/>
                </a:lnTo>
                <a:cubicBezTo>
                  <a:pt x="2638570" y="0"/>
                  <a:pt x="2667000" y="28430"/>
                  <a:pt x="2667000" y="63499"/>
                </a:cubicBezTo>
                <a:lnTo>
                  <a:pt x="2667000" y="222251"/>
                </a:lnTo>
                <a:cubicBezTo>
                  <a:pt x="2667000" y="257320"/>
                  <a:pt x="2638570" y="285750"/>
                  <a:pt x="2603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51938" y="462319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76377" y="60771"/>
                </a:moveTo>
                <a:lnTo>
                  <a:pt x="34944" y="60771"/>
                </a:lnTo>
                <a:cubicBezTo>
                  <a:pt x="35573" y="74771"/>
                  <a:pt x="38677" y="87663"/>
                  <a:pt x="43083" y="97104"/>
                </a:cubicBezTo>
                <a:cubicBezTo>
                  <a:pt x="45557" y="102422"/>
                  <a:pt x="48227" y="106176"/>
                  <a:pt x="50701" y="108477"/>
                </a:cubicBezTo>
                <a:cubicBezTo>
                  <a:pt x="53132" y="110756"/>
                  <a:pt x="54803" y="111125"/>
                  <a:pt x="55671" y="111125"/>
                </a:cubicBezTo>
                <a:cubicBezTo>
                  <a:pt x="56539" y="111125"/>
                  <a:pt x="58210" y="110756"/>
                  <a:pt x="60641" y="108477"/>
                </a:cubicBezTo>
                <a:cubicBezTo>
                  <a:pt x="63116" y="106176"/>
                  <a:pt x="65785" y="102400"/>
                  <a:pt x="68259" y="97104"/>
                </a:cubicBezTo>
                <a:cubicBezTo>
                  <a:pt x="72665" y="87663"/>
                  <a:pt x="75769" y="74771"/>
                  <a:pt x="76398" y="60771"/>
                </a:cubicBezTo>
                <a:close/>
                <a:moveTo>
                  <a:pt x="34922" y="50354"/>
                </a:moveTo>
                <a:lnTo>
                  <a:pt x="76355" y="50354"/>
                </a:lnTo>
                <a:cubicBezTo>
                  <a:pt x="75747" y="36354"/>
                  <a:pt x="72644" y="23462"/>
                  <a:pt x="68238" y="14021"/>
                </a:cubicBezTo>
                <a:cubicBezTo>
                  <a:pt x="65763" y="8725"/>
                  <a:pt x="63094" y="4949"/>
                  <a:pt x="60620" y="2648"/>
                </a:cubicBezTo>
                <a:cubicBezTo>
                  <a:pt x="58189" y="369"/>
                  <a:pt x="56517" y="0"/>
                  <a:pt x="55649" y="0"/>
                </a:cubicBezTo>
                <a:cubicBezTo>
                  <a:pt x="54781" y="0"/>
                  <a:pt x="53110" y="369"/>
                  <a:pt x="50679" y="2648"/>
                </a:cubicBezTo>
                <a:cubicBezTo>
                  <a:pt x="48205" y="4949"/>
                  <a:pt x="45535" y="8725"/>
                  <a:pt x="43061" y="14021"/>
                </a:cubicBezTo>
                <a:cubicBezTo>
                  <a:pt x="38655" y="23462"/>
                  <a:pt x="35551" y="36354"/>
                  <a:pt x="34922" y="50354"/>
                </a:cubicBezTo>
                <a:close/>
                <a:moveTo>
                  <a:pt x="24504" y="50354"/>
                </a:moveTo>
                <a:cubicBezTo>
                  <a:pt x="25264" y="31775"/>
                  <a:pt x="30060" y="14520"/>
                  <a:pt x="37071" y="3191"/>
                </a:cubicBezTo>
                <a:cubicBezTo>
                  <a:pt x="17081" y="10266"/>
                  <a:pt x="2366" y="28476"/>
                  <a:pt x="326" y="50354"/>
                </a:cubicBezTo>
                <a:lnTo>
                  <a:pt x="24504" y="50354"/>
                </a:lnTo>
                <a:close/>
                <a:moveTo>
                  <a:pt x="326" y="60771"/>
                </a:moveTo>
                <a:cubicBezTo>
                  <a:pt x="2366" y="82649"/>
                  <a:pt x="17081" y="100859"/>
                  <a:pt x="37071" y="107934"/>
                </a:cubicBezTo>
                <a:cubicBezTo>
                  <a:pt x="30060" y="96605"/>
                  <a:pt x="25264" y="79350"/>
                  <a:pt x="24504" y="60771"/>
                </a:cubicBezTo>
                <a:lnTo>
                  <a:pt x="326" y="60771"/>
                </a:lnTo>
                <a:close/>
                <a:moveTo>
                  <a:pt x="86795" y="60771"/>
                </a:moveTo>
                <a:cubicBezTo>
                  <a:pt x="86035" y="79350"/>
                  <a:pt x="81238" y="96605"/>
                  <a:pt x="74228" y="107934"/>
                </a:cubicBezTo>
                <a:cubicBezTo>
                  <a:pt x="94218" y="100837"/>
                  <a:pt x="108933" y="82649"/>
                  <a:pt x="110973" y="60771"/>
                </a:cubicBezTo>
                <a:lnTo>
                  <a:pt x="86795" y="60771"/>
                </a:lnTo>
                <a:close/>
                <a:moveTo>
                  <a:pt x="110973" y="50354"/>
                </a:moveTo>
                <a:cubicBezTo>
                  <a:pt x="108933" y="28476"/>
                  <a:pt x="94218" y="10266"/>
                  <a:pt x="74228" y="3191"/>
                </a:cubicBezTo>
                <a:cubicBezTo>
                  <a:pt x="81238" y="14520"/>
                  <a:pt x="86035" y="31775"/>
                  <a:pt x="86795" y="50354"/>
                </a:cubicBezTo>
                <a:lnTo>
                  <a:pt x="110973" y="5035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9338469" y="4599386"/>
            <a:ext cx="571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StatsBomb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08725" y="4916886"/>
            <a:ext cx="2667000" cy="285750"/>
          </a:xfrm>
          <a:custGeom>
            <a:avLst/>
            <a:gdLst/>
            <a:ahLst/>
            <a:cxnLst/>
            <a:rect l="l" t="t" r="r" b="b"/>
            <a:pathLst>
              <a:path w="2667000" h="285750">
                <a:moveTo>
                  <a:pt x="63499" y="0"/>
                </a:moveTo>
                <a:lnTo>
                  <a:pt x="2603501" y="0"/>
                </a:lnTo>
                <a:cubicBezTo>
                  <a:pt x="2638570" y="0"/>
                  <a:pt x="2667000" y="28430"/>
                  <a:pt x="2667000" y="63499"/>
                </a:cubicBezTo>
                <a:lnTo>
                  <a:pt x="2667000" y="222251"/>
                </a:lnTo>
                <a:cubicBezTo>
                  <a:pt x="2667000" y="257320"/>
                  <a:pt x="2638570" y="285750"/>
                  <a:pt x="2603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88100" y="500419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6945" y="6945"/>
                </a:moveTo>
                <a:cubicBezTo>
                  <a:pt x="10787" y="6945"/>
                  <a:pt x="13891" y="10049"/>
                  <a:pt x="13891" y="13891"/>
                </a:cubicBezTo>
                <a:lnTo>
                  <a:pt x="13891" y="86816"/>
                </a:lnTo>
                <a:cubicBezTo>
                  <a:pt x="13891" y="88726"/>
                  <a:pt x="15453" y="90289"/>
                  <a:pt x="17363" y="90289"/>
                </a:cubicBezTo>
                <a:lnTo>
                  <a:pt x="104180" y="90289"/>
                </a:lnTo>
                <a:cubicBezTo>
                  <a:pt x="108021" y="90289"/>
                  <a:pt x="111125" y="93393"/>
                  <a:pt x="111125" y="97234"/>
                </a:cubicBezTo>
                <a:cubicBezTo>
                  <a:pt x="111125" y="101076"/>
                  <a:pt x="108021" y="104180"/>
                  <a:pt x="104180" y="104180"/>
                </a:cubicBezTo>
                <a:lnTo>
                  <a:pt x="17363" y="104180"/>
                </a:lnTo>
                <a:cubicBezTo>
                  <a:pt x="7770" y="104180"/>
                  <a:pt x="0" y="96410"/>
                  <a:pt x="0" y="86816"/>
                </a:cubicBezTo>
                <a:lnTo>
                  <a:pt x="0" y="13891"/>
                </a:lnTo>
                <a:cubicBezTo>
                  <a:pt x="0" y="10049"/>
                  <a:pt x="3104" y="6945"/>
                  <a:pt x="6945" y="6945"/>
                </a:cubicBezTo>
                <a:close/>
                <a:moveTo>
                  <a:pt x="27781" y="20836"/>
                </a:moveTo>
                <a:cubicBezTo>
                  <a:pt x="27781" y="16994"/>
                  <a:pt x="30885" y="13891"/>
                  <a:pt x="34727" y="13891"/>
                </a:cubicBezTo>
                <a:lnTo>
                  <a:pt x="76398" y="13891"/>
                </a:lnTo>
                <a:cubicBezTo>
                  <a:pt x="80240" y="13891"/>
                  <a:pt x="83344" y="16994"/>
                  <a:pt x="83344" y="20836"/>
                </a:cubicBezTo>
                <a:cubicBezTo>
                  <a:pt x="83344" y="24678"/>
                  <a:pt x="80240" y="27781"/>
                  <a:pt x="76398" y="27781"/>
                </a:cubicBezTo>
                <a:lnTo>
                  <a:pt x="34727" y="27781"/>
                </a:lnTo>
                <a:cubicBezTo>
                  <a:pt x="30885" y="27781"/>
                  <a:pt x="27781" y="24678"/>
                  <a:pt x="27781" y="20836"/>
                </a:cubicBezTo>
                <a:close/>
                <a:moveTo>
                  <a:pt x="34727" y="38199"/>
                </a:moveTo>
                <a:lnTo>
                  <a:pt x="62508" y="38199"/>
                </a:lnTo>
                <a:cubicBezTo>
                  <a:pt x="66349" y="38199"/>
                  <a:pt x="69453" y="41303"/>
                  <a:pt x="69453" y="45145"/>
                </a:cubicBezTo>
                <a:cubicBezTo>
                  <a:pt x="69453" y="48986"/>
                  <a:pt x="66349" y="52090"/>
                  <a:pt x="62508" y="52090"/>
                </a:cubicBezTo>
                <a:lnTo>
                  <a:pt x="34727" y="52090"/>
                </a:lnTo>
                <a:cubicBezTo>
                  <a:pt x="30885" y="52090"/>
                  <a:pt x="27781" y="48986"/>
                  <a:pt x="27781" y="45145"/>
                </a:cubicBezTo>
                <a:cubicBezTo>
                  <a:pt x="27781" y="41303"/>
                  <a:pt x="30885" y="38199"/>
                  <a:pt x="34727" y="38199"/>
                </a:cubicBezTo>
                <a:close/>
                <a:moveTo>
                  <a:pt x="34727" y="62508"/>
                </a:moveTo>
                <a:lnTo>
                  <a:pt x="90289" y="62508"/>
                </a:lnTo>
                <a:cubicBezTo>
                  <a:pt x="94131" y="62508"/>
                  <a:pt x="97234" y="65611"/>
                  <a:pt x="97234" y="69453"/>
                </a:cubicBezTo>
                <a:cubicBezTo>
                  <a:pt x="97234" y="73295"/>
                  <a:pt x="94131" y="76398"/>
                  <a:pt x="90289" y="76398"/>
                </a:cubicBezTo>
                <a:lnTo>
                  <a:pt x="34727" y="76398"/>
                </a:lnTo>
                <a:cubicBezTo>
                  <a:pt x="30885" y="76398"/>
                  <a:pt x="27781" y="73295"/>
                  <a:pt x="27781" y="69453"/>
                </a:cubicBezTo>
                <a:cubicBezTo>
                  <a:pt x="27781" y="65611"/>
                  <a:pt x="30885" y="62508"/>
                  <a:pt x="34727" y="6250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6574631" y="4980386"/>
            <a:ext cx="301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FBref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72563" y="4916886"/>
            <a:ext cx="2667000" cy="285750"/>
          </a:xfrm>
          <a:custGeom>
            <a:avLst/>
            <a:gdLst/>
            <a:ahLst/>
            <a:cxnLst/>
            <a:rect l="l" t="t" r="r" b="b"/>
            <a:pathLst>
              <a:path w="2667000" h="285750">
                <a:moveTo>
                  <a:pt x="63499" y="0"/>
                </a:moveTo>
                <a:lnTo>
                  <a:pt x="2603501" y="0"/>
                </a:lnTo>
                <a:cubicBezTo>
                  <a:pt x="2638570" y="0"/>
                  <a:pt x="2667000" y="28430"/>
                  <a:pt x="2667000" y="63499"/>
                </a:cubicBezTo>
                <a:lnTo>
                  <a:pt x="2667000" y="222251"/>
                </a:lnTo>
                <a:cubicBezTo>
                  <a:pt x="2667000" y="257320"/>
                  <a:pt x="2638570" y="285750"/>
                  <a:pt x="260350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151938" y="500419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80153" y="-6728"/>
                </a:moveTo>
                <a:cubicBezTo>
                  <a:pt x="82736" y="-7488"/>
                  <a:pt x="85449" y="-6142"/>
                  <a:pt x="86447" y="-3711"/>
                </a:cubicBezTo>
                <a:lnTo>
                  <a:pt x="86621" y="-3212"/>
                </a:lnTo>
                <a:lnTo>
                  <a:pt x="95303" y="26305"/>
                </a:lnTo>
                <a:cubicBezTo>
                  <a:pt x="95845" y="28129"/>
                  <a:pt x="95324" y="30104"/>
                  <a:pt x="93979" y="31449"/>
                </a:cubicBezTo>
                <a:lnTo>
                  <a:pt x="80066" y="45362"/>
                </a:lnTo>
                <a:lnTo>
                  <a:pt x="96648" y="40847"/>
                </a:lnTo>
                <a:lnTo>
                  <a:pt x="100967" y="27868"/>
                </a:lnTo>
                <a:lnTo>
                  <a:pt x="101163" y="27369"/>
                </a:lnTo>
                <a:cubicBezTo>
                  <a:pt x="102248" y="24960"/>
                  <a:pt x="105004" y="23723"/>
                  <a:pt x="107566" y="24569"/>
                </a:cubicBezTo>
                <a:cubicBezTo>
                  <a:pt x="110127" y="25416"/>
                  <a:pt x="111581" y="28063"/>
                  <a:pt x="110995" y="30646"/>
                </a:cubicBezTo>
                <a:lnTo>
                  <a:pt x="110843" y="31167"/>
                </a:lnTo>
                <a:lnTo>
                  <a:pt x="105634" y="46794"/>
                </a:lnTo>
                <a:cubicBezTo>
                  <a:pt x="105091" y="48444"/>
                  <a:pt x="103746" y="49702"/>
                  <a:pt x="102053" y="50180"/>
                </a:cubicBezTo>
                <a:lnTo>
                  <a:pt x="82280" y="55563"/>
                </a:lnTo>
                <a:lnTo>
                  <a:pt x="102053" y="60945"/>
                </a:lnTo>
                <a:cubicBezTo>
                  <a:pt x="103724" y="61401"/>
                  <a:pt x="105070" y="62681"/>
                  <a:pt x="105634" y="64331"/>
                </a:cubicBezTo>
                <a:lnTo>
                  <a:pt x="110843" y="79958"/>
                </a:lnTo>
                <a:lnTo>
                  <a:pt x="110995" y="80479"/>
                </a:lnTo>
                <a:cubicBezTo>
                  <a:pt x="111581" y="83062"/>
                  <a:pt x="110105" y="85709"/>
                  <a:pt x="107566" y="86556"/>
                </a:cubicBezTo>
                <a:cubicBezTo>
                  <a:pt x="105004" y="87402"/>
                  <a:pt x="102248" y="86165"/>
                  <a:pt x="101163" y="83756"/>
                </a:cubicBezTo>
                <a:lnTo>
                  <a:pt x="100967" y="83257"/>
                </a:lnTo>
                <a:lnTo>
                  <a:pt x="96648" y="70278"/>
                </a:lnTo>
                <a:lnTo>
                  <a:pt x="80066" y="65763"/>
                </a:lnTo>
                <a:lnTo>
                  <a:pt x="93979" y="79676"/>
                </a:lnTo>
                <a:cubicBezTo>
                  <a:pt x="95303" y="81000"/>
                  <a:pt x="95824" y="82953"/>
                  <a:pt x="95324" y="84755"/>
                </a:cubicBezTo>
                <a:lnTo>
                  <a:pt x="86643" y="116008"/>
                </a:lnTo>
                <a:lnTo>
                  <a:pt x="86469" y="116508"/>
                </a:lnTo>
                <a:cubicBezTo>
                  <a:pt x="85514" y="118960"/>
                  <a:pt x="82823" y="120349"/>
                  <a:pt x="80218" y="119633"/>
                </a:cubicBezTo>
                <a:cubicBezTo>
                  <a:pt x="77614" y="118917"/>
                  <a:pt x="76029" y="116334"/>
                  <a:pt x="76485" y="113729"/>
                </a:cubicBezTo>
                <a:lnTo>
                  <a:pt x="76594" y="113209"/>
                </a:lnTo>
                <a:lnTo>
                  <a:pt x="84451" y="84885"/>
                </a:lnTo>
                <a:lnTo>
                  <a:pt x="76377" y="76811"/>
                </a:lnTo>
                <a:cubicBezTo>
                  <a:pt x="76181" y="88119"/>
                  <a:pt x="66935" y="97234"/>
                  <a:pt x="55563" y="97234"/>
                </a:cubicBezTo>
                <a:cubicBezTo>
                  <a:pt x="44190" y="97234"/>
                  <a:pt x="34944" y="88119"/>
                  <a:pt x="34727" y="76811"/>
                </a:cubicBezTo>
                <a:lnTo>
                  <a:pt x="26696" y="84841"/>
                </a:lnTo>
                <a:lnTo>
                  <a:pt x="34510" y="111385"/>
                </a:lnTo>
                <a:lnTo>
                  <a:pt x="34640" y="111906"/>
                </a:lnTo>
                <a:cubicBezTo>
                  <a:pt x="35117" y="114489"/>
                  <a:pt x="33576" y="117094"/>
                  <a:pt x="30993" y="117853"/>
                </a:cubicBezTo>
                <a:cubicBezTo>
                  <a:pt x="28411" y="118613"/>
                  <a:pt x="25698" y="117267"/>
                  <a:pt x="24699" y="114836"/>
                </a:cubicBezTo>
                <a:lnTo>
                  <a:pt x="24526" y="114337"/>
                </a:lnTo>
                <a:lnTo>
                  <a:pt x="15844" y="84820"/>
                </a:lnTo>
                <a:cubicBezTo>
                  <a:pt x="15301" y="82996"/>
                  <a:pt x="15822" y="81021"/>
                  <a:pt x="17168" y="79654"/>
                </a:cubicBezTo>
                <a:lnTo>
                  <a:pt x="31080" y="65742"/>
                </a:lnTo>
                <a:lnTo>
                  <a:pt x="14498" y="70256"/>
                </a:lnTo>
                <a:lnTo>
                  <a:pt x="10179" y="83235"/>
                </a:lnTo>
                <a:lnTo>
                  <a:pt x="9984" y="83734"/>
                </a:lnTo>
                <a:cubicBezTo>
                  <a:pt x="8899" y="86144"/>
                  <a:pt x="6142" y="87381"/>
                  <a:pt x="3581" y="86534"/>
                </a:cubicBezTo>
                <a:cubicBezTo>
                  <a:pt x="1020" y="85688"/>
                  <a:pt x="-434" y="83040"/>
                  <a:pt x="152" y="80457"/>
                </a:cubicBezTo>
                <a:lnTo>
                  <a:pt x="304" y="79936"/>
                </a:lnTo>
                <a:lnTo>
                  <a:pt x="5513" y="64309"/>
                </a:lnTo>
                <a:cubicBezTo>
                  <a:pt x="6055" y="62660"/>
                  <a:pt x="7401" y="61401"/>
                  <a:pt x="9094" y="60923"/>
                </a:cubicBezTo>
                <a:lnTo>
                  <a:pt x="28866" y="55541"/>
                </a:lnTo>
                <a:lnTo>
                  <a:pt x="9094" y="50158"/>
                </a:lnTo>
                <a:cubicBezTo>
                  <a:pt x="7423" y="49702"/>
                  <a:pt x="6077" y="48422"/>
                  <a:pt x="5513" y="46772"/>
                </a:cubicBezTo>
                <a:lnTo>
                  <a:pt x="304" y="31145"/>
                </a:lnTo>
                <a:lnTo>
                  <a:pt x="152" y="30624"/>
                </a:lnTo>
                <a:cubicBezTo>
                  <a:pt x="-434" y="28042"/>
                  <a:pt x="1042" y="25394"/>
                  <a:pt x="3581" y="24547"/>
                </a:cubicBezTo>
                <a:cubicBezTo>
                  <a:pt x="6121" y="23701"/>
                  <a:pt x="8899" y="24938"/>
                  <a:pt x="9984" y="27347"/>
                </a:cubicBezTo>
                <a:lnTo>
                  <a:pt x="10179" y="27846"/>
                </a:lnTo>
                <a:lnTo>
                  <a:pt x="14498" y="40825"/>
                </a:lnTo>
                <a:lnTo>
                  <a:pt x="31080" y="45340"/>
                </a:lnTo>
                <a:lnTo>
                  <a:pt x="17168" y="31428"/>
                </a:lnTo>
                <a:cubicBezTo>
                  <a:pt x="15822" y="30082"/>
                  <a:pt x="15323" y="28107"/>
                  <a:pt x="15844" y="26284"/>
                </a:cubicBezTo>
                <a:lnTo>
                  <a:pt x="24526" y="-3234"/>
                </a:lnTo>
                <a:lnTo>
                  <a:pt x="24699" y="-3733"/>
                </a:lnTo>
                <a:cubicBezTo>
                  <a:pt x="25698" y="-6186"/>
                  <a:pt x="28411" y="-7510"/>
                  <a:pt x="30993" y="-6750"/>
                </a:cubicBezTo>
                <a:cubicBezTo>
                  <a:pt x="33576" y="-5990"/>
                  <a:pt x="35117" y="-3386"/>
                  <a:pt x="34640" y="-803"/>
                </a:cubicBezTo>
                <a:lnTo>
                  <a:pt x="34510" y="-282"/>
                </a:lnTo>
                <a:lnTo>
                  <a:pt x="26696" y="26262"/>
                </a:lnTo>
                <a:lnTo>
                  <a:pt x="38199" y="37765"/>
                </a:lnTo>
                <a:cubicBezTo>
                  <a:pt x="38416" y="28367"/>
                  <a:pt x="46100" y="20814"/>
                  <a:pt x="55541" y="20814"/>
                </a:cubicBezTo>
                <a:cubicBezTo>
                  <a:pt x="64982" y="20814"/>
                  <a:pt x="72665" y="28367"/>
                  <a:pt x="72882" y="37787"/>
                </a:cubicBezTo>
                <a:lnTo>
                  <a:pt x="84407" y="26262"/>
                </a:lnTo>
                <a:lnTo>
                  <a:pt x="76594" y="-282"/>
                </a:lnTo>
                <a:lnTo>
                  <a:pt x="76464" y="-803"/>
                </a:lnTo>
                <a:cubicBezTo>
                  <a:pt x="75986" y="-3408"/>
                  <a:pt x="77527" y="-5990"/>
                  <a:pt x="80110" y="-67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9338469" y="4980386"/>
            <a:ext cx="547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Sites Stats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20675" y="5466159"/>
            <a:ext cx="11547475" cy="641350"/>
          </a:xfrm>
          <a:custGeom>
            <a:avLst/>
            <a:gdLst/>
            <a:ahLst/>
            <a:cxnLst/>
            <a:rect l="l" t="t" r="r" b="b"/>
            <a:pathLst>
              <a:path w="11547475" h="641350">
                <a:moveTo>
                  <a:pt x="95247" y="0"/>
                </a:moveTo>
                <a:lnTo>
                  <a:pt x="11452228" y="0"/>
                </a:lnTo>
                <a:cubicBezTo>
                  <a:pt x="11504832" y="0"/>
                  <a:pt x="11547475" y="42643"/>
                  <a:pt x="11547475" y="95247"/>
                </a:cubicBezTo>
                <a:lnTo>
                  <a:pt x="11547475" y="546103"/>
                </a:lnTo>
                <a:cubicBezTo>
                  <a:pt x="11547475" y="598707"/>
                  <a:pt x="11504832" y="641350"/>
                  <a:pt x="11452228" y="641350"/>
                </a:cubicBezTo>
                <a:lnTo>
                  <a:pt x="95247" y="641350"/>
                </a:lnTo>
                <a:cubicBezTo>
                  <a:pt x="42679" y="641350"/>
                  <a:pt x="0" y="598671"/>
                  <a:pt x="0" y="546103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2756" y="569158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784225" y="5596337"/>
            <a:ext cx="363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Interactions entre Acteurs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84225" y="5818587"/>
            <a:ext cx="361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Flux de données et collaboration entre les différents intervenants du projet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321602" y="5596434"/>
            <a:ext cx="82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345414" y="5850337"/>
            <a:ext cx="77787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Utilisateurs Types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239078" y="5596434"/>
            <a:ext cx="809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0262890" y="5850337"/>
            <a:ext cx="76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Rôles Techniques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147822" y="5596434"/>
            <a:ext cx="642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4+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1171635" y="5850337"/>
            <a:ext cx="59531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6bbbe76c630f4bcb9aed4ad61b0bd23da98ba242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23" r="12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96875"/>
            <a:ext cx="31750" cy="317500"/>
          </a:xfrm>
          <a:custGeom>
            <a:avLst/>
            <a:gdLst/>
            <a:ahLst/>
            <a:cxnLst/>
            <a:rect l="l" t="t" r="r" b="b"/>
            <a:pathLst>
              <a:path w="31750" h="317500">
                <a:moveTo>
                  <a:pt x="0" y="0"/>
                </a:moveTo>
                <a:lnTo>
                  <a:pt x="31750" y="0"/>
                </a:lnTo>
                <a:lnTo>
                  <a:pt x="3175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Text 2"/>
          <p:cNvSpPr/>
          <p:nvPr/>
        </p:nvSpPr>
        <p:spPr>
          <a:xfrm>
            <a:off x="444500" y="317500"/>
            <a:ext cx="3667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Synthèse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4500" y="476250"/>
            <a:ext cx="375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et Valeur Ajoutée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675" y="1019175"/>
            <a:ext cx="11547475" cy="2347912"/>
          </a:xfrm>
          <a:custGeom>
            <a:avLst/>
            <a:gdLst/>
            <a:ahLst/>
            <a:cxnLst/>
            <a:rect l="l" t="t" r="r" b="b"/>
            <a:pathLst>
              <a:path w="11547475" h="2347912">
                <a:moveTo>
                  <a:pt x="95255" y="0"/>
                </a:moveTo>
                <a:lnTo>
                  <a:pt x="11452220" y="0"/>
                </a:lnTo>
                <a:cubicBezTo>
                  <a:pt x="11504828" y="0"/>
                  <a:pt x="11547475" y="42647"/>
                  <a:pt x="11547475" y="95255"/>
                </a:cubicBezTo>
                <a:lnTo>
                  <a:pt x="11547475" y="2252658"/>
                </a:lnTo>
                <a:cubicBezTo>
                  <a:pt x="11547475" y="2305265"/>
                  <a:pt x="11504828" y="2347912"/>
                  <a:pt x="11452220" y="2347912"/>
                </a:cubicBezTo>
                <a:lnTo>
                  <a:pt x="95255" y="2347912"/>
                </a:lnTo>
                <a:cubicBezTo>
                  <a:pt x="42647" y="2347912"/>
                  <a:pt x="0" y="2305265"/>
                  <a:pt x="0" y="2252658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solidFill>
            <a:srgbClr val="1E3A5F">
              <a:alpha val="50196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2600" y="1181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7850" y="127634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958850" y="1244598"/>
            <a:ext cx="2246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Complète BI &amp; 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2600" y="1689098"/>
            <a:ext cx="11295063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 projet représente une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complète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Business Intelligence et d'Intelligence Artificielle appliquée au domaine sportif, combinant 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5775" y="205144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47825" y="218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768872" y="229275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584200" y="2657877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Ingénierie des Données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8169" y="2911877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ETL robuste et automatisé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324225" y="205144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6275" y="218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597400" y="22927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3422650" y="2657877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Modélisation Prédictive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426619" y="2911877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Algorithmes ML supervisés avancés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62675" y="205144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24725" y="218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435850" y="229275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6261100" y="2657877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Analyse Avancée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65069" y="2911877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Métriques modernes (xG, PPDA...)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001125" y="2051445"/>
            <a:ext cx="2705100" cy="1149350"/>
          </a:xfrm>
          <a:custGeom>
            <a:avLst/>
            <a:gdLst/>
            <a:ahLst/>
            <a:cxnLst/>
            <a:rect l="l" t="t" r="r" b="b"/>
            <a:pathLst>
              <a:path w="2705100" h="1149350">
                <a:moveTo>
                  <a:pt x="63502" y="0"/>
                </a:moveTo>
                <a:lnTo>
                  <a:pt x="2641598" y="0"/>
                </a:lnTo>
                <a:cubicBezTo>
                  <a:pt x="2676669" y="0"/>
                  <a:pt x="2705100" y="28431"/>
                  <a:pt x="2705100" y="63502"/>
                </a:cubicBezTo>
                <a:lnTo>
                  <a:pt x="2705100" y="1085848"/>
                </a:lnTo>
                <a:cubicBezTo>
                  <a:pt x="2705100" y="1120919"/>
                  <a:pt x="2676669" y="1149350"/>
                  <a:pt x="2641598" y="1149350"/>
                </a:cubicBezTo>
                <a:lnTo>
                  <a:pt x="63502" y="1149350"/>
                </a:lnTo>
                <a:cubicBezTo>
                  <a:pt x="28431" y="1149350"/>
                  <a:pt x="0" y="1120919"/>
                  <a:pt x="0" y="1085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163175" y="218162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264378" y="2292752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58874" y="74414"/>
                </a:moveTo>
                <a:lnTo>
                  <a:pt x="104304" y="74414"/>
                </a:lnTo>
                <a:cubicBezTo>
                  <a:pt x="98816" y="74414"/>
                  <a:pt x="94382" y="69980"/>
                  <a:pt x="94382" y="64492"/>
                </a:cubicBezTo>
                <a:lnTo>
                  <a:pt x="94382" y="9922"/>
                </a:lnTo>
                <a:cubicBezTo>
                  <a:pt x="94382" y="4434"/>
                  <a:pt x="98847" y="-62"/>
                  <a:pt x="104273" y="651"/>
                </a:cubicBezTo>
                <a:cubicBezTo>
                  <a:pt x="137449" y="5054"/>
                  <a:pt x="163742" y="31347"/>
                  <a:pt x="168145" y="64523"/>
                </a:cubicBezTo>
                <a:cubicBezTo>
                  <a:pt x="168858" y="69949"/>
                  <a:pt x="164362" y="74414"/>
                  <a:pt x="158874" y="74414"/>
                </a:cubicBezTo>
                <a:close/>
                <a:moveTo>
                  <a:pt x="69019" y="11534"/>
                </a:moveTo>
                <a:cubicBezTo>
                  <a:pt x="74631" y="10356"/>
                  <a:pt x="79499" y="14945"/>
                  <a:pt x="79499" y="20681"/>
                </a:cubicBezTo>
                <a:lnTo>
                  <a:pt x="79499" y="81855"/>
                </a:lnTo>
                <a:cubicBezTo>
                  <a:pt x="79499" y="83592"/>
                  <a:pt x="80119" y="85266"/>
                  <a:pt x="81204" y="86599"/>
                </a:cubicBezTo>
                <a:lnTo>
                  <a:pt x="122163" y="136023"/>
                </a:lnTo>
                <a:cubicBezTo>
                  <a:pt x="125791" y="140395"/>
                  <a:pt x="125016" y="146999"/>
                  <a:pt x="120024" y="149696"/>
                </a:cubicBezTo>
                <a:cubicBezTo>
                  <a:pt x="109451" y="155463"/>
                  <a:pt x="97327" y="158750"/>
                  <a:pt x="84460" y="158750"/>
                </a:cubicBezTo>
                <a:cubicBezTo>
                  <a:pt x="43377" y="158750"/>
                  <a:pt x="10046" y="125419"/>
                  <a:pt x="10046" y="84336"/>
                </a:cubicBezTo>
                <a:cubicBezTo>
                  <a:pt x="10046" y="48524"/>
                  <a:pt x="35316" y="18635"/>
                  <a:pt x="69019" y="11534"/>
                </a:cubicBezTo>
                <a:close/>
                <a:moveTo>
                  <a:pt x="148146" y="89297"/>
                </a:moveTo>
                <a:lnTo>
                  <a:pt x="167990" y="89297"/>
                </a:lnTo>
                <a:cubicBezTo>
                  <a:pt x="173726" y="89297"/>
                  <a:pt x="178315" y="94165"/>
                  <a:pt x="177136" y="99777"/>
                </a:cubicBezTo>
                <a:cubicBezTo>
                  <a:pt x="173974" y="114784"/>
                  <a:pt x="166284" y="128116"/>
                  <a:pt x="155556" y="138286"/>
                </a:cubicBezTo>
                <a:cubicBezTo>
                  <a:pt x="151743" y="141914"/>
                  <a:pt x="145759" y="141139"/>
                  <a:pt x="142410" y="137077"/>
                </a:cubicBezTo>
                <a:lnTo>
                  <a:pt x="116241" y="105544"/>
                </a:lnTo>
                <a:cubicBezTo>
                  <a:pt x="110877" y="99064"/>
                  <a:pt x="115497" y="89297"/>
                  <a:pt x="123868" y="89297"/>
                </a:cubicBezTo>
                <a:lnTo>
                  <a:pt x="148115" y="89297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9099550" y="2657877"/>
            <a:ext cx="250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Visualisation Décisionnelle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103519" y="2911877"/>
            <a:ext cx="250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interactif orienté décision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0675" y="3499248"/>
            <a:ext cx="5689600" cy="3451225"/>
          </a:xfrm>
          <a:custGeom>
            <a:avLst/>
            <a:gdLst/>
            <a:ahLst/>
            <a:cxnLst/>
            <a:rect l="l" t="t" r="r" b="b"/>
            <a:pathLst>
              <a:path w="5689600" h="3451225">
                <a:moveTo>
                  <a:pt x="95254" y="0"/>
                </a:moveTo>
                <a:lnTo>
                  <a:pt x="5594346" y="0"/>
                </a:lnTo>
                <a:cubicBezTo>
                  <a:pt x="5646953" y="0"/>
                  <a:pt x="5689600" y="42647"/>
                  <a:pt x="5689600" y="95254"/>
                </a:cubicBezTo>
                <a:lnTo>
                  <a:pt x="5689600" y="3355971"/>
                </a:lnTo>
                <a:cubicBezTo>
                  <a:pt x="5689600" y="3408578"/>
                  <a:pt x="5646953" y="3451225"/>
                  <a:pt x="5594346" y="3451225"/>
                </a:cubicBezTo>
                <a:lnTo>
                  <a:pt x="95254" y="3451225"/>
                </a:lnTo>
                <a:cubicBezTo>
                  <a:pt x="42647" y="3451225"/>
                  <a:pt x="0" y="3408578"/>
                  <a:pt x="0" y="3355971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1E3A5F">
              <a:alpha val="50196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2600" y="36611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13569" y="377229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77484" y="20712"/>
                </a:moveTo>
                <a:cubicBezTo>
                  <a:pt x="80708" y="16278"/>
                  <a:pt x="79716" y="10077"/>
                  <a:pt x="75282" y="6852"/>
                </a:cubicBezTo>
                <a:cubicBezTo>
                  <a:pt x="70848" y="3628"/>
                  <a:pt x="64647" y="4620"/>
                  <a:pt x="61423" y="9054"/>
                </a:cubicBezTo>
                <a:lnTo>
                  <a:pt x="28556" y="54229"/>
                </a:lnTo>
                <a:lnTo>
                  <a:pt x="16929" y="42602"/>
                </a:lnTo>
                <a:cubicBezTo>
                  <a:pt x="13053" y="38726"/>
                  <a:pt x="6759" y="38726"/>
                  <a:pt x="2884" y="42602"/>
                </a:cubicBezTo>
                <a:cubicBezTo>
                  <a:pt x="-992" y="46478"/>
                  <a:pt x="-992" y="52772"/>
                  <a:pt x="2884" y="56648"/>
                </a:cubicBezTo>
                <a:lnTo>
                  <a:pt x="22727" y="76491"/>
                </a:lnTo>
                <a:cubicBezTo>
                  <a:pt x="24774" y="78538"/>
                  <a:pt x="27626" y="79592"/>
                  <a:pt x="30510" y="79375"/>
                </a:cubicBezTo>
                <a:cubicBezTo>
                  <a:pt x="33393" y="79158"/>
                  <a:pt x="36060" y="77670"/>
                  <a:pt x="37765" y="75313"/>
                </a:cubicBezTo>
                <a:lnTo>
                  <a:pt x="77453" y="20743"/>
                </a:lnTo>
                <a:close/>
                <a:moveTo>
                  <a:pt x="117171" y="62880"/>
                </a:moveTo>
                <a:cubicBezTo>
                  <a:pt x="120396" y="58446"/>
                  <a:pt x="119404" y="52245"/>
                  <a:pt x="114970" y="49020"/>
                </a:cubicBezTo>
                <a:cubicBezTo>
                  <a:pt x="110536" y="45796"/>
                  <a:pt x="104335" y="46788"/>
                  <a:pt x="101110" y="51222"/>
                </a:cubicBezTo>
                <a:lnTo>
                  <a:pt x="48400" y="123682"/>
                </a:lnTo>
                <a:lnTo>
                  <a:pt x="26851" y="102133"/>
                </a:lnTo>
                <a:cubicBezTo>
                  <a:pt x="22975" y="98258"/>
                  <a:pt x="16681" y="98258"/>
                  <a:pt x="12805" y="102133"/>
                </a:cubicBezTo>
                <a:cubicBezTo>
                  <a:pt x="8930" y="106009"/>
                  <a:pt x="8930" y="112303"/>
                  <a:pt x="12805" y="116179"/>
                </a:cubicBezTo>
                <a:lnTo>
                  <a:pt x="42571" y="145945"/>
                </a:lnTo>
                <a:cubicBezTo>
                  <a:pt x="44617" y="147991"/>
                  <a:pt x="47470" y="149045"/>
                  <a:pt x="50354" y="148828"/>
                </a:cubicBezTo>
                <a:cubicBezTo>
                  <a:pt x="53237" y="148611"/>
                  <a:pt x="55904" y="147123"/>
                  <a:pt x="57609" y="144766"/>
                </a:cubicBezTo>
                <a:lnTo>
                  <a:pt x="117140" y="6291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Text 32"/>
          <p:cNvSpPr/>
          <p:nvPr/>
        </p:nvSpPr>
        <p:spPr>
          <a:xfrm>
            <a:off x="958850" y="3724672"/>
            <a:ext cx="2254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Méthodologie Rigoureuse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85775" y="4172347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4200" y="427077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5"/>
          <p:cNvSpPr/>
          <p:nvPr/>
        </p:nvSpPr>
        <p:spPr>
          <a:xfrm>
            <a:off x="556419" y="4270770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33450" y="4270770"/>
            <a:ext cx="278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Respect de la Temporalité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33450" y="4493020"/>
            <a:ext cx="2778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 d'utilisation de données futures pour prédire le passé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85775" y="4851802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84200" y="49502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0"/>
          <p:cNvSpPr/>
          <p:nvPr/>
        </p:nvSpPr>
        <p:spPr>
          <a:xfrm>
            <a:off x="556419" y="49502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33450" y="4950225"/>
            <a:ext cx="299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Prévention Fuite de Données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33450" y="5172475"/>
            <a:ext cx="298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Séparation rigoureuse train/test avec contraintes temporelles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85775" y="5531248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4200" y="56296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5"/>
          <p:cNvSpPr/>
          <p:nvPr/>
        </p:nvSpPr>
        <p:spPr>
          <a:xfrm>
            <a:off x="556419" y="5629672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933450" y="5629672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Croisée Temporelle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33450" y="5851922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Évaluation réaliste des performances prédictives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485775" y="6210695"/>
            <a:ext cx="5364163" cy="577850"/>
          </a:xfrm>
          <a:custGeom>
            <a:avLst/>
            <a:gdLst/>
            <a:ahLst/>
            <a:cxnLst/>
            <a:rect l="l" t="t" r="r" b="b"/>
            <a:pathLst>
              <a:path w="5364163" h="577850">
                <a:moveTo>
                  <a:pt x="63500" y="0"/>
                </a:moveTo>
                <a:lnTo>
                  <a:pt x="5300663" y="0"/>
                </a:lnTo>
                <a:cubicBezTo>
                  <a:pt x="5335733" y="0"/>
                  <a:pt x="5364163" y="28430"/>
                  <a:pt x="5364163" y="63500"/>
                </a:cubicBezTo>
                <a:lnTo>
                  <a:pt x="5364163" y="514350"/>
                </a:lnTo>
                <a:cubicBezTo>
                  <a:pt x="5364163" y="549420"/>
                  <a:pt x="5335733" y="577850"/>
                  <a:pt x="5300663" y="577850"/>
                </a:cubicBezTo>
                <a:lnTo>
                  <a:pt x="63500" y="577850"/>
                </a:lnTo>
                <a:cubicBezTo>
                  <a:pt x="28430" y="577850"/>
                  <a:pt x="0" y="549420"/>
                  <a:pt x="0" y="5143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84200" y="630912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Text 50"/>
          <p:cNvSpPr/>
          <p:nvPr/>
        </p:nvSpPr>
        <p:spPr>
          <a:xfrm>
            <a:off x="556419" y="6309127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33450" y="6309127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Explicabilité des Modèles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33450" y="6531377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pour comprendre les facteurs déterminants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178550" y="3499248"/>
            <a:ext cx="5689600" cy="2538412"/>
          </a:xfrm>
          <a:custGeom>
            <a:avLst/>
            <a:gdLst/>
            <a:ahLst/>
            <a:cxnLst/>
            <a:rect l="l" t="t" r="r" b="b"/>
            <a:pathLst>
              <a:path w="5689600" h="2538412">
                <a:moveTo>
                  <a:pt x="95241" y="0"/>
                </a:moveTo>
                <a:lnTo>
                  <a:pt x="5594359" y="0"/>
                </a:lnTo>
                <a:cubicBezTo>
                  <a:pt x="5646959" y="0"/>
                  <a:pt x="5689600" y="42641"/>
                  <a:pt x="5689600" y="95241"/>
                </a:cubicBezTo>
                <a:lnTo>
                  <a:pt x="5689600" y="2443171"/>
                </a:lnTo>
                <a:cubicBezTo>
                  <a:pt x="5689600" y="2495772"/>
                  <a:pt x="5646959" y="2538412"/>
                  <a:pt x="5594359" y="2538413"/>
                </a:cubicBezTo>
                <a:lnTo>
                  <a:pt x="95241" y="2538412"/>
                </a:lnTo>
                <a:cubicBezTo>
                  <a:pt x="42641" y="2538413"/>
                  <a:pt x="0" y="2495772"/>
                  <a:pt x="0" y="2443171"/>
                </a:cubicBezTo>
                <a:lnTo>
                  <a:pt x="0" y="95241"/>
                </a:lnTo>
                <a:cubicBezTo>
                  <a:pt x="0" y="42676"/>
                  <a:pt x="42676" y="0"/>
                  <a:pt x="95241" y="0"/>
                </a:cubicBezTo>
                <a:close/>
              </a:path>
            </a:pathLst>
          </a:custGeom>
          <a:solidFill>
            <a:srgbClr val="1E3A5F">
              <a:alpha val="50196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340475" y="366117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451600" y="377229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38906" y="79375"/>
                </a:moveTo>
                <a:cubicBezTo>
                  <a:pt x="138906" y="46519"/>
                  <a:pt x="112231" y="19844"/>
                  <a:pt x="79375" y="19844"/>
                </a:cubicBezTo>
                <a:cubicBezTo>
                  <a:pt x="46519" y="19844"/>
                  <a:pt x="19844" y="46519"/>
                  <a:pt x="19844" y="79375"/>
                </a:cubicBezTo>
                <a:cubicBezTo>
                  <a:pt x="19844" y="112231"/>
                  <a:pt x="46519" y="138906"/>
                  <a:pt x="79375" y="138906"/>
                </a:cubicBezTo>
                <a:cubicBezTo>
                  <a:pt x="112231" y="138906"/>
                  <a:pt x="138906" y="112231"/>
                  <a:pt x="138906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79375" y="104180"/>
                </a:moveTo>
                <a:cubicBezTo>
                  <a:pt x="93065" y="104180"/>
                  <a:pt x="104180" y="93065"/>
                  <a:pt x="104180" y="79375"/>
                </a:cubicBezTo>
                <a:cubicBezTo>
                  <a:pt x="104180" y="65685"/>
                  <a:pt x="93065" y="54570"/>
                  <a:pt x="79375" y="54570"/>
                </a:cubicBezTo>
                <a:cubicBezTo>
                  <a:pt x="65685" y="54570"/>
                  <a:pt x="54570" y="65685"/>
                  <a:pt x="54570" y="79375"/>
                </a:cubicBezTo>
                <a:cubicBezTo>
                  <a:pt x="54570" y="93065"/>
                  <a:pt x="65685" y="104180"/>
                  <a:pt x="79375" y="104180"/>
                </a:cubicBezTo>
                <a:close/>
                <a:moveTo>
                  <a:pt x="79375" y="34727"/>
                </a:moveTo>
                <a:cubicBezTo>
                  <a:pt x="104017" y="34727"/>
                  <a:pt x="124023" y="54733"/>
                  <a:pt x="124023" y="79375"/>
                </a:cubicBezTo>
                <a:cubicBezTo>
                  <a:pt x="124023" y="104017"/>
                  <a:pt x="104017" y="124023"/>
                  <a:pt x="79375" y="124023"/>
                </a:cubicBezTo>
                <a:cubicBezTo>
                  <a:pt x="54733" y="124023"/>
                  <a:pt x="34727" y="104017"/>
                  <a:pt x="34727" y="79375"/>
                </a:cubicBezTo>
                <a:cubicBezTo>
                  <a:pt x="34727" y="54733"/>
                  <a:pt x="54733" y="34727"/>
                  <a:pt x="79375" y="34727"/>
                </a:cubicBezTo>
                <a:close/>
                <a:moveTo>
                  <a:pt x="69453" y="79375"/>
                </a:moveTo>
                <a:cubicBezTo>
                  <a:pt x="69453" y="73899"/>
                  <a:pt x="73899" y="69453"/>
                  <a:pt x="79375" y="69453"/>
                </a:cubicBezTo>
                <a:cubicBezTo>
                  <a:pt x="84851" y="69453"/>
                  <a:pt x="89297" y="73899"/>
                  <a:pt x="89297" y="79375"/>
                </a:cubicBezTo>
                <a:cubicBezTo>
                  <a:pt x="89297" y="84851"/>
                  <a:pt x="84851" y="89297"/>
                  <a:pt x="79375" y="89297"/>
                </a:cubicBezTo>
                <a:cubicBezTo>
                  <a:pt x="73899" y="89297"/>
                  <a:pt x="69453" y="84851"/>
                  <a:pt x="69453" y="7937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9" name="Text 56"/>
          <p:cNvSpPr/>
          <p:nvPr/>
        </p:nvSpPr>
        <p:spPr>
          <a:xfrm>
            <a:off x="6816725" y="3724672"/>
            <a:ext cx="1198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Final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340475" y="4169172"/>
            <a:ext cx="5429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Fournir un système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fiable, reproductible et interprétable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permettant d'identifier, de manière probabiliste, l'équipe ayant le plus de chances de remporter la Ligue des Champions.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43650" y="4712097"/>
            <a:ext cx="1720850" cy="609600"/>
          </a:xfrm>
          <a:custGeom>
            <a:avLst/>
            <a:gdLst/>
            <a:ahLst/>
            <a:cxnLst/>
            <a:rect l="l" t="t" r="r" b="b"/>
            <a:pathLst>
              <a:path w="1720850" h="609600">
                <a:moveTo>
                  <a:pt x="63502" y="0"/>
                </a:moveTo>
                <a:lnTo>
                  <a:pt x="1657348" y="0"/>
                </a:lnTo>
                <a:cubicBezTo>
                  <a:pt x="1692419" y="0"/>
                  <a:pt x="1720850" y="28431"/>
                  <a:pt x="1720850" y="63502"/>
                </a:cubicBezTo>
                <a:lnTo>
                  <a:pt x="1720850" y="546098"/>
                </a:lnTo>
                <a:cubicBezTo>
                  <a:pt x="1720850" y="581169"/>
                  <a:pt x="1692419" y="609600"/>
                  <a:pt x="1657348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08230" y="48105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Text 60"/>
          <p:cNvSpPr/>
          <p:nvPr/>
        </p:nvSpPr>
        <p:spPr>
          <a:xfrm>
            <a:off x="6414294" y="5064520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Fiable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8165009" y="4712097"/>
            <a:ext cx="1720850" cy="609600"/>
          </a:xfrm>
          <a:custGeom>
            <a:avLst/>
            <a:gdLst/>
            <a:ahLst/>
            <a:cxnLst/>
            <a:rect l="l" t="t" r="r" b="b"/>
            <a:pathLst>
              <a:path w="1720850" h="609600">
                <a:moveTo>
                  <a:pt x="63502" y="0"/>
                </a:moveTo>
                <a:lnTo>
                  <a:pt x="1657348" y="0"/>
                </a:lnTo>
                <a:cubicBezTo>
                  <a:pt x="1692419" y="0"/>
                  <a:pt x="1720850" y="28431"/>
                  <a:pt x="1720850" y="63502"/>
                </a:cubicBezTo>
                <a:lnTo>
                  <a:pt x="1720850" y="546098"/>
                </a:lnTo>
                <a:cubicBezTo>
                  <a:pt x="1720850" y="581169"/>
                  <a:pt x="1692419" y="609600"/>
                  <a:pt x="1657348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929589" y="48105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6" name="Text 63"/>
          <p:cNvSpPr/>
          <p:nvPr/>
        </p:nvSpPr>
        <p:spPr>
          <a:xfrm>
            <a:off x="8235652" y="5064520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Reproductible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9986367" y="4712097"/>
            <a:ext cx="1720850" cy="609600"/>
          </a:xfrm>
          <a:custGeom>
            <a:avLst/>
            <a:gdLst/>
            <a:ahLst/>
            <a:cxnLst/>
            <a:rect l="l" t="t" r="r" b="b"/>
            <a:pathLst>
              <a:path w="1720850" h="609600">
                <a:moveTo>
                  <a:pt x="63502" y="0"/>
                </a:moveTo>
                <a:lnTo>
                  <a:pt x="1657348" y="0"/>
                </a:lnTo>
                <a:cubicBezTo>
                  <a:pt x="1692419" y="0"/>
                  <a:pt x="1720850" y="28431"/>
                  <a:pt x="1720850" y="63502"/>
                </a:cubicBezTo>
                <a:lnTo>
                  <a:pt x="1720850" y="546098"/>
                </a:lnTo>
                <a:cubicBezTo>
                  <a:pt x="1720850" y="581169"/>
                  <a:pt x="1692419" y="609600"/>
                  <a:pt x="1657348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739140" y="481052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9" name="Text 66"/>
          <p:cNvSpPr/>
          <p:nvPr/>
        </p:nvSpPr>
        <p:spPr>
          <a:xfrm>
            <a:off x="10057011" y="5064520"/>
            <a:ext cx="157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1F5F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Interprétable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6178550" y="6172798"/>
            <a:ext cx="5689600" cy="784225"/>
          </a:xfrm>
          <a:custGeom>
            <a:avLst/>
            <a:gdLst/>
            <a:ahLst/>
            <a:cxnLst/>
            <a:rect l="l" t="t" r="r" b="b"/>
            <a:pathLst>
              <a:path w="5689600" h="784225">
                <a:moveTo>
                  <a:pt x="95252" y="0"/>
                </a:moveTo>
                <a:lnTo>
                  <a:pt x="5594348" y="0"/>
                </a:lnTo>
                <a:cubicBezTo>
                  <a:pt x="5646954" y="0"/>
                  <a:pt x="5689600" y="42646"/>
                  <a:pt x="5689600" y="95252"/>
                </a:cubicBezTo>
                <a:lnTo>
                  <a:pt x="5689600" y="688973"/>
                </a:lnTo>
                <a:cubicBezTo>
                  <a:pt x="5689600" y="741579"/>
                  <a:pt x="5646954" y="784225"/>
                  <a:pt x="5594348" y="784225"/>
                </a:cubicBezTo>
                <a:lnTo>
                  <a:pt x="95252" y="784225"/>
                </a:lnTo>
                <a:cubicBezTo>
                  <a:pt x="42681" y="784225"/>
                  <a:pt x="0" y="741544"/>
                  <a:pt x="0" y="68897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1E3A5F">
              <a:alpha val="50196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356350" y="64679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2" name="Text 69"/>
          <p:cNvSpPr/>
          <p:nvPr/>
        </p:nvSpPr>
        <p:spPr>
          <a:xfrm>
            <a:off x="6642100" y="6372720"/>
            <a:ext cx="269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642100" y="6594970"/>
            <a:ext cx="267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Première solution intégrant BI complète + IA explicable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10966152" y="6306147"/>
            <a:ext cx="768350" cy="514350"/>
          </a:xfrm>
          <a:custGeom>
            <a:avLst/>
            <a:gdLst/>
            <a:ahLst/>
            <a:cxnLst/>
            <a:rect l="l" t="t" r="r" b="b"/>
            <a:pathLst>
              <a:path w="768350" h="514350">
                <a:moveTo>
                  <a:pt x="63502" y="0"/>
                </a:moveTo>
                <a:lnTo>
                  <a:pt x="704848" y="0"/>
                </a:lnTo>
                <a:cubicBezTo>
                  <a:pt x="739919" y="0"/>
                  <a:pt x="768350" y="28431"/>
                  <a:pt x="768350" y="63502"/>
                </a:cubicBezTo>
                <a:lnTo>
                  <a:pt x="768350" y="450848"/>
                </a:lnTo>
                <a:cubicBezTo>
                  <a:pt x="768350" y="485919"/>
                  <a:pt x="739919" y="514350"/>
                  <a:pt x="704848" y="514350"/>
                </a:cubicBezTo>
                <a:lnTo>
                  <a:pt x="63502" y="514350"/>
                </a:lnTo>
                <a:cubicBezTo>
                  <a:pt x="28431" y="514350"/>
                  <a:pt x="0" y="485919"/>
                  <a:pt x="0" y="450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1048703" y="6372820"/>
            <a:ext cx="60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11072515" y="6626720"/>
            <a:ext cx="5556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F1F5F9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9dc10d6c097b4f4659cd9375168626f0bce85f6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76123" y="674374"/>
            <a:ext cx="1836420" cy="502920"/>
          </a:xfrm>
          <a:custGeom>
            <a:avLst/>
            <a:gdLst/>
            <a:ahLst/>
            <a:cxnLst/>
            <a:rect l="l" t="t" r="r" b="b"/>
            <a:pathLst>
              <a:path w="1836420" h="502920">
                <a:moveTo>
                  <a:pt x="251460" y="0"/>
                </a:moveTo>
                <a:lnTo>
                  <a:pt x="1584960" y="0"/>
                </a:lnTo>
                <a:cubicBezTo>
                  <a:pt x="1723745" y="0"/>
                  <a:pt x="1836420" y="112675"/>
                  <a:pt x="1836420" y="251460"/>
                </a:cubicBezTo>
                <a:lnTo>
                  <a:pt x="1836420" y="251460"/>
                </a:lnTo>
                <a:cubicBezTo>
                  <a:pt x="1836420" y="390245"/>
                  <a:pt x="1723745" y="502920"/>
                  <a:pt x="158496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 w="1016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37108" y="81153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5765721" y="792482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Projet BI &amp; 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3215" y="1485900"/>
            <a:ext cx="4562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1F5F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Merci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24003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913227" y="2743200"/>
            <a:ext cx="4362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1F5F9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7040" y="3238500"/>
            <a:ext cx="431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Prédiction du Vainqueur de la Ligue des Champions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84571" y="3890010"/>
            <a:ext cx="2331720" cy="1798320"/>
          </a:xfrm>
          <a:custGeom>
            <a:avLst/>
            <a:gdLst/>
            <a:ahLst/>
            <a:cxnLst/>
            <a:rect l="l" t="t" r="r" b="b"/>
            <a:pathLst>
              <a:path w="2331720" h="1798320">
                <a:moveTo>
                  <a:pt x="114301" y="0"/>
                </a:moveTo>
                <a:lnTo>
                  <a:pt x="2217419" y="0"/>
                </a:lnTo>
                <a:cubicBezTo>
                  <a:pt x="2280546" y="0"/>
                  <a:pt x="2331720" y="51174"/>
                  <a:pt x="2331720" y="114301"/>
                </a:cubicBezTo>
                <a:lnTo>
                  <a:pt x="2331720" y="1684019"/>
                </a:lnTo>
                <a:cubicBezTo>
                  <a:pt x="2331720" y="1747146"/>
                  <a:pt x="2280546" y="1798320"/>
                  <a:pt x="221741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46108" y="41224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310414" y="428434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2469356" y="4884418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Artificielle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478881" y="522731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Modèles prédictifs avancés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929664" y="3890010"/>
            <a:ext cx="2331720" cy="1798320"/>
          </a:xfrm>
          <a:custGeom>
            <a:avLst/>
            <a:gdLst/>
            <a:ahLst/>
            <a:cxnLst/>
            <a:rect l="l" t="t" r="r" b="b"/>
            <a:pathLst>
              <a:path w="2331720" h="1798320">
                <a:moveTo>
                  <a:pt x="114301" y="0"/>
                </a:moveTo>
                <a:lnTo>
                  <a:pt x="2217419" y="0"/>
                </a:lnTo>
                <a:cubicBezTo>
                  <a:pt x="2280546" y="0"/>
                  <a:pt x="2331720" y="51174"/>
                  <a:pt x="2331720" y="114301"/>
                </a:cubicBezTo>
                <a:lnTo>
                  <a:pt x="2331720" y="1684019"/>
                </a:lnTo>
                <a:cubicBezTo>
                  <a:pt x="2331720" y="1747146"/>
                  <a:pt x="2280546" y="1798320"/>
                  <a:pt x="221741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91200" y="41224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955506" y="428434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5114449" y="4884418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23974" y="522731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interactif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74757" y="3890010"/>
            <a:ext cx="2331720" cy="1798320"/>
          </a:xfrm>
          <a:custGeom>
            <a:avLst/>
            <a:gdLst/>
            <a:ahLst/>
            <a:cxnLst/>
            <a:rect l="l" t="t" r="r" b="b"/>
            <a:pathLst>
              <a:path w="2331720" h="1798320">
                <a:moveTo>
                  <a:pt x="114301" y="0"/>
                </a:moveTo>
                <a:lnTo>
                  <a:pt x="2217419" y="0"/>
                </a:lnTo>
                <a:cubicBezTo>
                  <a:pt x="2280546" y="0"/>
                  <a:pt x="2331720" y="51174"/>
                  <a:pt x="2331720" y="114301"/>
                </a:cubicBezTo>
                <a:lnTo>
                  <a:pt x="2331720" y="1684019"/>
                </a:lnTo>
                <a:cubicBezTo>
                  <a:pt x="2331720" y="1747146"/>
                  <a:pt x="2280546" y="1798320"/>
                  <a:pt x="221741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36293" y="412241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618458" y="428434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7759541" y="4884418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1F5F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Data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769066" y="522731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automatisé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810250" y="60731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4"/>
          <p:cNvSpPr/>
          <p:nvPr/>
        </p:nvSpPr>
        <p:spPr>
          <a:xfrm>
            <a:off x="6038850" y="60731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Shape 25"/>
          <p:cNvSpPr/>
          <p:nvPr/>
        </p:nvSpPr>
        <p:spPr>
          <a:xfrm>
            <a:off x="6267450" y="607314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BI &amp; IA - Prédiction du Vainqueur de la Ligue des Champions</dc:title>
  <dc:subject>Projet BI &amp; IA - Prédiction du Vainqueur de la Ligue des Champions</dc:subject>
  <dc:creator>Kimi</dc:creator>
  <cp:lastModifiedBy>Kimi</cp:lastModifiedBy>
  <cp:revision>1</cp:revision>
  <dcterms:created xsi:type="dcterms:W3CDTF">2026-02-12T14:44:44Z</dcterms:created>
  <dcterms:modified xsi:type="dcterms:W3CDTF">2026-02-12T14:44:44Z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{"Label":"Projet BI &amp; IA - Prédiction du Vainqueur de la Ligue des Champions","ContentProducer":"001191110108MACG2KBH8F10000","ProduceID":"19c524c3-1252-8172-8000-00006c0b76bb","ReservedCode1":"","ContentPropagator":"001191110108MACG2KBH8F20000","PropagateID":"19c524c3-1252-8172-8000-00006c0b76bb","ReservedCode2":""}</vt:lpwstr>
  </property>
</Properties>
</file>